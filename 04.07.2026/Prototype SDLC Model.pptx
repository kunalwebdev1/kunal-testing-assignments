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783C1B-49FA-44F6-974F-9F3BC50AD790}" v="7" dt="2026-07-04T04:20:40.6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723" autoAdjust="0"/>
  </p:normalViewPr>
  <p:slideViewPr>
    <p:cSldViewPr snapToGrid="0" showGuides="1">
      <p:cViewPr varScale="1">
        <p:scale>
          <a:sx n="70" d="100"/>
          <a:sy n="70" d="100"/>
        </p:scale>
        <p:origin x="1066" y="4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nal Maheshwari" userId="0377cb67aaf17726" providerId="LiveId" clId="{B4A01E45-D652-4B3B-9A6C-51A7106FFCF8}"/>
    <pc:docChg chg="custSel modSld">
      <pc:chgData name="Kunal Maheshwari" userId="0377cb67aaf17726" providerId="LiveId" clId="{B4A01E45-D652-4B3B-9A6C-51A7106FFCF8}" dt="2026-07-04T04:24:34.749" v="192" actId="478"/>
      <pc:docMkLst>
        <pc:docMk/>
      </pc:docMkLst>
      <pc:sldChg chg="modSp mod modNotesTx">
        <pc:chgData name="Kunal Maheshwari" userId="0377cb67aaf17726" providerId="LiveId" clId="{B4A01E45-D652-4B3B-9A6C-51A7106FFCF8}" dt="2026-07-04T04:22:15.825" v="180" actId="20577"/>
        <pc:sldMkLst>
          <pc:docMk/>
          <pc:sldMk cId="3944644359" sldId="256"/>
        </pc:sldMkLst>
        <pc:spChg chg="mod">
          <ac:chgData name="Kunal Maheshwari" userId="0377cb67aaf17726" providerId="LiveId" clId="{B4A01E45-D652-4B3B-9A6C-51A7106FFCF8}" dt="2026-07-03T06:16:46.906" v="141" actId="1076"/>
          <ac:spMkLst>
            <pc:docMk/>
            <pc:sldMk cId="3944644359" sldId="256"/>
            <ac:spMk id="2" creationId="{DEDD8849-B9C4-9D80-6D44-4CBC34A8B385}"/>
          </ac:spMkLst>
        </pc:spChg>
        <pc:spChg chg="mod">
          <ac:chgData name="Kunal Maheshwari" userId="0377cb67aaf17726" providerId="LiveId" clId="{B4A01E45-D652-4B3B-9A6C-51A7106FFCF8}" dt="2026-07-03T06:16:30.201" v="140" actId="14100"/>
          <ac:spMkLst>
            <pc:docMk/>
            <pc:sldMk cId="3944644359" sldId="256"/>
            <ac:spMk id="3" creationId="{8CED5F4F-BD9A-EDFD-1BDC-71C1D1690201}"/>
          </ac:spMkLst>
        </pc:spChg>
      </pc:sldChg>
      <pc:sldChg chg="modNotesTx">
        <pc:chgData name="Kunal Maheshwari" userId="0377cb67aaf17726" providerId="LiveId" clId="{B4A01E45-D652-4B3B-9A6C-51A7106FFCF8}" dt="2026-07-04T04:20:18.607" v="171" actId="20577"/>
        <pc:sldMkLst>
          <pc:docMk/>
          <pc:sldMk cId="1445716222" sldId="257"/>
        </pc:sldMkLst>
      </pc:sldChg>
      <pc:sldChg chg="addSp delSp modSp mod">
        <pc:chgData name="Kunal Maheshwari" userId="0377cb67aaf17726" providerId="LiveId" clId="{B4A01E45-D652-4B3B-9A6C-51A7106FFCF8}" dt="2026-07-03T05:30:27.569" v="56" actId="1076"/>
        <pc:sldMkLst>
          <pc:docMk/>
          <pc:sldMk cId="2031783380" sldId="261"/>
        </pc:sldMkLst>
        <pc:spChg chg="del mod">
          <ac:chgData name="Kunal Maheshwari" userId="0377cb67aaf17726" providerId="LiveId" clId="{B4A01E45-D652-4B3B-9A6C-51A7106FFCF8}" dt="2026-07-03T05:30:19.900" v="55" actId="12084"/>
          <ac:spMkLst>
            <pc:docMk/>
            <pc:sldMk cId="2031783380" sldId="261"/>
            <ac:spMk id="3" creationId="{2D34844F-39D5-0162-2BA4-183EA8148BAA}"/>
          </ac:spMkLst>
        </pc:spChg>
        <pc:graphicFrameChg chg="add mod">
          <ac:chgData name="Kunal Maheshwari" userId="0377cb67aaf17726" providerId="LiveId" clId="{B4A01E45-D652-4B3B-9A6C-51A7106FFCF8}" dt="2026-07-03T05:30:27.569" v="56" actId="1076"/>
          <ac:graphicFrameMkLst>
            <pc:docMk/>
            <pc:sldMk cId="2031783380" sldId="261"/>
            <ac:graphicFrameMk id="4" creationId="{A82F1B1C-E78C-AD3D-E69B-6E14997FBAAC}"/>
          </ac:graphicFrameMkLst>
        </pc:graphicFrameChg>
      </pc:sldChg>
      <pc:sldChg chg="delSp modSp mod">
        <pc:chgData name="Kunal Maheshwari" userId="0377cb67aaf17726" providerId="LiveId" clId="{B4A01E45-D652-4B3B-9A6C-51A7106FFCF8}" dt="2026-07-04T04:24:34.749" v="192" actId="478"/>
        <pc:sldMkLst>
          <pc:docMk/>
          <pc:sldMk cId="4220019475" sldId="270"/>
        </pc:sldMkLst>
        <pc:spChg chg="del mod">
          <ac:chgData name="Kunal Maheshwari" userId="0377cb67aaf17726" providerId="LiveId" clId="{B4A01E45-D652-4B3B-9A6C-51A7106FFCF8}" dt="2026-07-04T04:24:34.749" v="192" actId="478"/>
          <ac:spMkLst>
            <pc:docMk/>
            <pc:sldMk cId="4220019475" sldId="270"/>
            <ac:spMk id="3" creationId="{780A0B02-3338-0607-81FC-55A5D91E453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FFDB57-F895-40E5-AAF8-F22D0F3683EA}" type="doc">
      <dgm:prSet loTypeId="urn:microsoft.com/office/officeart/2005/8/layout/hProcess11" loCatId="process" qsTypeId="urn:microsoft.com/office/officeart/2005/8/quickstyle/simple1" qsCatId="simple" csTypeId="urn:microsoft.com/office/officeart/2005/8/colors/accent1_2" csCatId="accent1"/>
      <dgm:spPr/>
      <dgm:t>
        <a:bodyPr/>
        <a:lstStyle/>
        <a:p>
          <a:endParaRPr lang="en-IN"/>
        </a:p>
      </dgm:t>
    </dgm:pt>
    <dgm:pt modelId="{038AEBD7-33BB-4B8B-B456-1F40AFCC40C6}">
      <dgm:prSet/>
      <dgm:spPr/>
      <dgm:t>
        <a:bodyPr/>
        <a:lstStyle/>
        <a:p>
          <a:r>
            <a:rPr lang="en-US"/>
            <a:t>Requirement Gathering</a:t>
          </a:r>
          <a:endParaRPr lang="en-IN"/>
        </a:p>
      </dgm:t>
    </dgm:pt>
    <dgm:pt modelId="{E4CA2AE6-037C-4DF6-984C-B41515079312}" type="parTrans" cxnId="{12B9993E-DA99-44B0-B8B3-3145A0CBC7E7}">
      <dgm:prSet/>
      <dgm:spPr/>
      <dgm:t>
        <a:bodyPr/>
        <a:lstStyle/>
        <a:p>
          <a:endParaRPr lang="en-IN"/>
        </a:p>
      </dgm:t>
    </dgm:pt>
    <dgm:pt modelId="{5903EAE9-D77E-4C4F-982A-C1B318C3B9CD}" type="sibTrans" cxnId="{12B9993E-DA99-44B0-B8B3-3145A0CBC7E7}">
      <dgm:prSet/>
      <dgm:spPr/>
      <dgm:t>
        <a:bodyPr/>
        <a:lstStyle/>
        <a:p>
          <a:endParaRPr lang="en-IN"/>
        </a:p>
      </dgm:t>
    </dgm:pt>
    <dgm:pt modelId="{B29A3B47-C2C4-40C9-B11E-763D59D83CB2}">
      <dgm:prSet/>
      <dgm:spPr/>
      <dgm:t>
        <a:bodyPr/>
        <a:lstStyle/>
        <a:p>
          <a:r>
            <a:rPr lang="en-US"/>
            <a:t>Quick Design</a:t>
          </a:r>
          <a:endParaRPr lang="en-IN"/>
        </a:p>
      </dgm:t>
    </dgm:pt>
    <dgm:pt modelId="{7BDC55C9-059C-4433-A8AE-9643B2FD3D8C}" type="parTrans" cxnId="{26D6BC86-3AFD-4663-89F4-314D287A4CD6}">
      <dgm:prSet/>
      <dgm:spPr/>
      <dgm:t>
        <a:bodyPr/>
        <a:lstStyle/>
        <a:p>
          <a:endParaRPr lang="en-IN"/>
        </a:p>
      </dgm:t>
    </dgm:pt>
    <dgm:pt modelId="{C0A9CE41-B0EF-453E-9110-D41E26049EB9}" type="sibTrans" cxnId="{26D6BC86-3AFD-4663-89F4-314D287A4CD6}">
      <dgm:prSet/>
      <dgm:spPr/>
      <dgm:t>
        <a:bodyPr/>
        <a:lstStyle/>
        <a:p>
          <a:endParaRPr lang="en-IN"/>
        </a:p>
      </dgm:t>
    </dgm:pt>
    <dgm:pt modelId="{F2ECB572-AF10-4203-9A04-87070D5A2A25}">
      <dgm:prSet/>
      <dgm:spPr/>
      <dgm:t>
        <a:bodyPr/>
        <a:lstStyle/>
        <a:p>
          <a:r>
            <a:rPr lang="en-US"/>
            <a:t>Build Prototype</a:t>
          </a:r>
          <a:endParaRPr lang="en-IN"/>
        </a:p>
      </dgm:t>
    </dgm:pt>
    <dgm:pt modelId="{C96BDD47-D828-4E4F-8803-EAE155DDA453}" type="parTrans" cxnId="{A28DB2F1-1037-445E-B045-A59F88F75530}">
      <dgm:prSet/>
      <dgm:spPr/>
      <dgm:t>
        <a:bodyPr/>
        <a:lstStyle/>
        <a:p>
          <a:endParaRPr lang="en-IN"/>
        </a:p>
      </dgm:t>
    </dgm:pt>
    <dgm:pt modelId="{81372F0A-ACCC-4142-8BE1-0BBD2D1695A4}" type="sibTrans" cxnId="{A28DB2F1-1037-445E-B045-A59F88F75530}">
      <dgm:prSet/>
      <dgm:spPr/>
      <dgm:t>
        <a:bodyPr/>
        <a:lstStyle/>
        <a:p>
          <a:endParaRPr lang="en-IN"/>
        </a:p>
      </dgm:t>
    </dgm:pt>
    <dgm:pt modelId="{94A1221F-31D6-4C2F-AC6C-40F438B5246A}">
      <dgm:prSet/>
      <dgm:spPr/>
      <dgm:t>
        <a:bodyPr/>
        <a:lstStyle/>
        <a:p>
          <a:r>
            <a:rPr lang="en-US"/>
            <a:t>Customer Evaluation</a:t>
          </a:r>
          <a:endParaRPr lang="en-IN"/>
        </a:p>
      </dgm:t>
    </dgm:pt>
    <dgm:pt modelId="{8BE99F57-BBCD-4041-B942-275714B8FC14}" type="parTrans" cxnId="{900276BF-1A92-41C9-B159-7C999F1EBB36}">
      <dgm:prSet/>
      <dgm:spPr/>
      <dgm:t>
        <a:bodyPr/>
        <a:lstStyle/>
        <a:p>
          <a:endParaRPr lang="en-IN"/>
        </a:p>
      </dgm:t>
    </dgm:pt>
    <dgm:pt modelId="{78CE6A4D-1A14-48C3-9242-4BEA4C0976E7}" type="sibTrans" cxnId="{900276BF-1A92-41C9-B159-7C999F1EBB36}">
      <dgm:prSet/>
      <dgm:spPr/>
      <dgm:t>
        <a:bodyPr/>
        <a:lstStyle/>
        <a:p>
          <a:endParaRPr lang="en-IN"/>
        </a:p>
      </dgm:t>
    </dgm:pt>
    <dgm:pt modelId="{E0FD36EF-F1D8-4C96-83FC-9560DAC33568}">
      <dgm:prSet/>
      <dgm:spPr/>
      <dgm:t>
        <a:bodyPr/>
        <a:lstStyle/>
        <a:p>
          <a:r>
            <a:rPr lang="en-US"/>
            <a:t>Refinement</a:t>
          </a:r>
          <a:endParaRPr lang="en-IN"/>
        </a:p>
      </dgm:t>
    </dgm:pt>
    <dgm:pt modelId="{2B5D6739-574D-4324-AF6A-B272908DD56F}" type="parTrans" cxnId="{5ABEB23B-069B-422A-880B-5B88DD367B41}">
      <dgm:prSet/>
      <dgm:spPr/>
      <dgm:t>
        <a:bodyPr/>
        <a:lstStyle/>
        <a:p>
          <a:endParaRPr lang="en-IN"/>
        </a:p>
      </dgm:t>
    </dgm:pt>
    <dgm:pt modelId="{1B00DD12-FE76-4030-BE97-6A04CDC8E783}" type="sibTrans" cxnId="{5ABEB23B-069B-422A-880B-5B88DD367B41}">
      <dgm:prSet/>
      <dgm:spPr/>
      <dgm:t>
        <a:bodyPr/>
        <a:lstStyle/>
        <a:p>
          <a:endParaRPr lang="en-IN"/>
        </a:p>
      </dgm:t>
    </dgm:pt>
    <dgm:pt modelId="{E1CBCB3B-7C8C-4AA7-9736-B2A7B161D34A}">
      <dgm:prSet/>
      <dgm:spPr/>
      <dgm:t>
        <a:bodyPr/>
        <a:lstStyle/>
        <a:p>
          <a:r>
            <a:rPr lang="en-US"/>
            <a:t>Final Product</a:t>
          </a:r>
          <a:endParaRPr lang="en-IN"/>
        </a:p>
      </dgm:t>
    </dgm:pt>
    <dgm:pt modelId="{C579077A-23C6-4A75-A7B2-DCC93F431037}" type="parTrans" cxnId="{E63385D1-1B01-44E1-B72A-AF857F52473B}">
      <dgm:prSet/>
      <dgm:spPr/>
      <dgm:t>
        <a:bodyPr/>
        <a:lstStyle/>
        <a:p>
          <a:endParaRPr lang="en-IN"/>
        </a:p>
      </dgm:t>
    </dgm:pt>
    <dgm:pt modelId="{3B3638C6-BB3D-4239-B035-1E1EFAB5A707}" type="sibTrans" cxnId="{E63385D1-1B01-44E1-B72A-AF857F52473B}">
      <dgm:prSet/>
      <dgm:spPr/>
      <dgm:t>
        <a:bodyPr/>
        <a:lstStyle/>
        <a:p>
          <a:endParaRPr lang="en-IN"/>
        </a:p>
      </dgm:t>
    </dgm:pt>
    <dgm:pt modelId="{9AD304D4-C190-4A31-8593-EFADC2DA5B6A}" type="pres">
      <dgm:prSet presAssocID="{73FFDB57-F895-40E5-AAF8-F22D0F3683EA}" presName="Name0" presStyleCnt="0">
        <dgm:presLayoutVars>
          <dgm:dir/>
          <dgm:resizeHandles val="exact"/>
        </dgm:presLayoutVars>
      </dgm:prSet>
      <dgm:spPr/>
    </dgm:pt>
    <dgm:pt modelId="{498A1E93-0670-490B-8F70-6D115465E109}" type="pres">
      <dgm:prSet presAssocID="{73FFDB57-F895-40E5-AAF8-F22D0F3683EA}" presName="arrow" presStyleLbl="bgShp" presStyleIdx="0" presStyleCnt="1"/>
      <dgm:spPr/>
    </dgm:pt>
    <dgm:pt modelId="{BB2DD33E-B4B3-4E2D-A9FA-3BEF14C49F3A}" type="pres">
      <dgm:prSet presAssocID="{73FFDB57-F895-40E5-AAF8-F22D0F3683EA}" presName="points" presStyleCnt="0"/>
      <dgm:spPr/>
    </dgm:pt>
    <dgm:pt modelId="{38E1FC59-FF03-45AE-96A6-74541D7FB1D8}" type="pres">
      <dgm:prSet presAssocID="{038AEBD7-33BB-4B8B-B456-1F40AFCC40C6}" presName="compositeA" presStyleCnt="0"/>
      <dgm:spPr/>
    </dgm:pt>
    <dgm:pt modelId="{3985EFBE-2476-4FD8-AE01-272CFCA4869F}" type="pres">
      <dgm:prSet presAssocID="{038AEBD7-33BB-4B8B-B456-1F40AFCC40C6}" presName="textA" presStyleLbl="revTx" presStyleIdx="0" presStyleCnt="6">
        <dgm:presLayoutVars>
          <dgm:bulletEnabled val="1"/>
        </dgm:presLayoutVars>
      </dgm:prSet>
      <dgm:spPr/>
    </dgm:pt>
    <dgm:pt modelId="{05C05D01-B541-4A09-BE74-931B3F8CE08E}" type="pres">
      <dgm:prSet presAssocID="{038AEBD7-33BB-4B8B-B456-1F40AFCC40C6}" presName="circleA" presStyleLbl="node1" presStyleIdx="0" presStyleCnt="6"/>
      <dgm:spPr/>
    </dgm:pt>
    <dgm:pt modelId="{03B20914-8349-46EC-B3F5-81AAE8519DF1}" type="pres">
      <dgm:prSet presAssocID="{038AEBD7-33BB-4B8B-B456-1F40AFCC40C6}" presName="spaceA" presStyleCnt="0"/>
      <dgm:spPr/>
    </dgm:pt>
    <dgm:pt modelId="{3BD10298-4787-4E0B-B287-0596B80773AE}" type="pres">
      <dgm:prSet presAssocID="{5903EAE9-D77E-4C4F-982A-C1B318C3B9CD}" presName="space" presStyleCnt="0"/>
      <dgm:spPr/>
    </dgm:pt>
    <dgm:pt modelId="{8A9D9A53-F850-42A0-8232-B643870AD327}" type="pres">
      <dgm:prSet presAssocID="{B29A3B47-C2C4-40C9-B11E-763D59D83CB2}" presName="compositeB" presStyleCnt="0"/>
      <dgm:spPr/>
    </dgm:pt>
    <dgm:pt modelId="{A91F1D7A-E451-40D5-9C3A-7762A9CF6B5C}" type="pres">
      <dgm:prSet presAssocID="{B29A3B47-C2C4-40C9-B11E-763D59D83CB2}" presName="textB" presStyleLbl="revTx" presStyleIdx="1" presStyleCnt="6">
        <dgm:presLayoutVars>
          <dgm:bulletEnabled val="1"/>
        </dgm:presLayoutVars>
      </dgm:prSet>
      <dgm:spPr/>
    </dgm:pt>
    <dgm:pt modelId="{A5D59773-3AB1-4D4F-9D70-B6A644C3BA99}" type="pres">
      <dgm:prSet presAssocID="{B29A3B47-C2C4-40C9-B11E-763D59D83CB2}" presName="circleB" presStyleLbl="node1" presStyleIdx="1" presStyleCnt="6"/>
      <dgm:spPr/>
    </dgm:pt>
    <dgm:pt modelId="{F02FFCBE-36E7-4DFA-A67A-AA0D808CFC7D}" type="pres">
      <dgm:prSet presAssocID="{B29A3B47-C2C4-40C9-B11E-763D59D83CB2}" presName="spaceB" presStyleCnt="0"/>
      <dgm:spPr/>
    </dgm:pt>
    <dgm:pt modelId="{5C79D7F3-ABCC-4693-B233-1E14A2F2699A}" type="pres">
      <dgm:prSet presAssocID="{C0A9CE41-B0EF-453E-9110-D41E26049EB9}" presName="space" presStyleCnt="0"/>
      <dgm:spPr/>
    </dgm:pt>
    <dgm:pt modelId="{F8855CBB-7095-4234-8F23-E912EB442C72}" type="pres">
      <dgm:prSet presAssocID="{F2ECB572-AF10-4203-9A04-87070D5A2A25}" presName="compositeA" presStyleCnt="0"/>
      <dgm:spPr/>
    </dgm:pt>
    <dgm:pt modelId="{B74C2048-DC4E-4D2E-B3A7-C673099C5DB6}" type="pres">
      <dgm:prSet presAssocID="{F2ECB572-AF10-4203-9A04-87070D5A2A25}" presName="textA" presStyleLbl="revTx" presStyleIdx="2" presStyleCnt="6">
        <dgm:presLayoutVars>
          <dgm:bulletEnabled val="1"/>
        </dgm:presLayoutVars>
      </dgm:prSet>
      <dgm:spPr/>
    </dgm:pt>
    <dgm:pt modelId="{28639B40-77CB-42AD-B4B7-C47407DC4088}" type="pres">
      <dgm:prSet presAssocID="{F2ECB572-AF10-4203-9A04-87070D5A2A25}" presName="circleA" presStyleLbl="node1" presStyleIdx="2" presStyleCnt="6"/>
      <dgm:spPr/>
    </dgm:pt>
    <dgm:pt modelId="{885C3A41-AEB2-4EB1-B9CD-911A38C57801}" type="pres">
      <dgm:prSet presAssocID="{F2ECB572-AF10-4203-9A04-87070D5A2A25}" presName="spaceA" presStyleCnt="0"/>
      <dgm:spPr/>
    </dgm:pt>
    <dgm:pt modelId="{9EE78AC5-6754-4AE5-8430-0A526A37ABF8}" type="pres">
      <dgm:prSet presAssocID="{81372F0A-ACCC-4142-8BE1-0BBD2D1695A4}" presName="space" presStyleCnt="0"/>
      <dgm:spPr/>
    </dgm:pt>
    <dgm:pt modelId="{4B876EAA-42F5-4A50-8672-773E33CA6E67}" type="pres">
      <dgm:prSet presAssocID="{94A1221F-31D6-4C2F-AC6C-40F438B5246A}" presName="compositeB" presStyleCnt="0"/>
      <dgm:spPr/>
    </dgm:pt>
    <dgm:pt modelId="{2E708B0C-1ADE-4FD4-BA9B-92BC19D06083}" type="pres">
      <dgm:prSet presAssocID="{94A1221F-31D6-4C2F-AC6C-40F438B5246A}" presName="textB" presStyleLbl="revTx" presStyleIdx="3" presStyleCnt="6">
        <dgm:presLayoutVars>
          <dgm:bulletEnabled val="1"/>
        </dgm:presLayoutVars>
      </dgm:prSet>
      <dgm:spPr/>
    </dgm:pt>
    <dgm:pt modelId="{7D34CC3F-89E9-4221-B401-6106316457C9}" type="pres">
      <dgm:prSet presAssocID="{94A1221F-31D6-4C2F-AC6C-40F438B5246A}" presName="circleB" presStyleLbl="node1" presStyleIdx="3" presStyleCnt="6"/>
      <dgm:spPr/>
    </dgm:pt>
    <dgm:pt modelId="{D0F919BB-B070-4CAF-ACFD-FDB7F1FB3BFD}" type="pres">
      <dgm:prSet presAssocID="{94A1221F-31D6-4C2F-AC6C-40F438B5246A}" presName="spaceB" presStyleCnt="0"/>
      <dgm:spPr/>
    </dgm:pt>
    <dgm:pt modelId="{F8E90F9A-71CA-4179-A5FE-311DCF0FD807}" type="pres">
      <dgm:prSet presAssocID="{78CE6A4D-1A14-48C3-9242-4BEA4C0976E7}" presName="space" presStyleCnt="0"/>
      <dgm:spPr/>
    </dgm:pt>
    <dgm:pt modelId="{1BFC9AA3-8E35-4B99-A2A4-C583BDA14BEF}" type="pres">
      <dgm:prSet presAssocID="{E0FD36EF-F1D8-4C96-83FC-9560DAC33568}" presName="compositeA" presStyleCnt="0"/>
      <dgm:spPr/>
    </dgm:pt>
    <dgm:pt modelId="{A2DA47AF-391C-45AD-BA88-825026930D4E}" type="pres">
      <dgm:prSet presAssocID="{E0FD36EF-F1D8-4C96-83FC-9560DAC33568}" presName="textA" presStyleLbl="revTx" presStyleIdx="4" presStyleCnt="6">
        <dgm:presLayoutVars>
          <dgm:bulletEnabled val="1"/>
        </dgm:presLayoutVars>
      </dgm:prSet>
      <dgm:spPr/>
    </dgm:pt>
    <dgm:pt modelId="{D470496D-65A3-48D5-A8A5-877EC92557EB}" type="pres">
      <dgm:prSet presAssocID="{E0FD36EF-F1D8-4C96-83FC-9560DAC33568}" presName="circleA" presStyleLbl="node1" presStyleIdx="4" presStyleCnt="6"/>
      <dgm:spPr/>
    </dgm:pt>
    <dgm:pt modelId="{6A506A59-4475-4490-9BA6-DD93959501AC}" type="pres">
      <dgm:prSet presAssocID="{E0FD36EF-F1D8-4C96-83FC-9560DAC33568}" presName="spaceA" presStyleCnt="0"/>
      <dgm:spPr/>
    </dgm:pt>
    <dgm:pt modelId="{7AB7934D-65DF-4746-8B3F-6E70284A4FF3}" type="pres">
      <dgm:prSet presAssocID="{1B00DD12-FE76-4030-BE97-6A04CDC8E783}" presName="space" presStyleCnt="0"/>
      <dgm:spPr/>
    </dgm:pt>
    <dgm:pt modelId="{AA4C3FF6-4E02-40DD-9E28-DA92F5C75DA6}" type="pres">
      <dgm:prSet presAssocID="{E1CBCB3B-7C8C-4AA7-9736-B2A7B161D34A}" presName="compositeB" presStyleCnt="0"/>
      <dgm:spPr/>
    </dgm:pt>
    <dgm:pt modelId="{A59F1280-32B7-41C6-8871-80FBDBAADE14}" type="pres">
      <dgm:prSet presAssocID="{E1CBCB3B-7C8C-4AA7-9736-B2A7B161D34A}" presName="textB" presStyleLbl="revTx" presStyleIdx="5" presStyleCnt="6">
        <dgm:presLayoutVars>
          <dgm:bulletEnabled val="1"/>
        </dgm:presLayoutVars>
      </dgm:prSet>
      <dgm:spPr/>
    </dgm:pt>
    <dgm:pt modelId="{B50FE3E5-CFF6-4FD1-A3D8-8F5FDC515805}" type="pres">
      <dgm:prSet presAssocID="{E1CBCB3B-7C8C-4AA7-9736-B2A7B161D34A}" presName="circleB" presStyleLbl="node1" presStyleIdx="5" presStyleCnt="6"/>
      <dgm:spPr/>
    </dgm:pt>
    <dgm:pt modelId="{3443E133-1D22-4DFA-AC2F-3D1B3B4F42EB}" type="pres">
      <dgm:prSet presAssocID="{E1CBCB3B-7C8C-4AA7-9736-B2A7B161D34A}" presName="spaceB" presStyleCnt="0"/>
      <dgm:spPr/>
    </dgm:pt>
  </dgm:ptLst>
  <dgm:cxnLst>
    <dgm:cxn modelId="{04293300-5BEC-41FE-8FEF-6D02DE1A8789}" type="presOf" srcId="{E0FD36EF-F1D8-4C96-83FC-9560DAC33568}" destId="{A2DA47AF-391C-45AD-BA88-825026930D4E}" srcOrd="0" destOrd="0" presId="urn:microsoft.com/office/officeart/2005/8/layout/hProcess11"/>
    <dgm:cxn modelId="{83521918-C825-4955-8CC3-56911C225818}" type="presOf" srcId="{038AEBD7-33BB-4B8B-B456-1F40AFCC40C6}" destId="{3985EFBE-2476-4FD8-AE01-272CFCA4869F}" srcOrd="0" destOrd="0" presId="urn:microsoft.com/office/officeart/2005/8/layout/hProcess11"/>
    <dgm:cxn modelId="{D1E6CA36-1B41-4FAE-9AAD-8D7449FC8313}" type="presOf" srcId="{73FFDB57-F895-40E5-AAF8-F22D0F3683EA}" destId="{9AD304D4-C190-4A31-8593-EFADC2DA5B6A}" srcOrd="0" destOrd="0" presId="urn:microsoft.com/office/officeart/2005/8/layout/hProcess11"/>
    <dgm:cxn modelId="{5ABEB23B-069B-422A-880B-5B88DD367B41}" srcId="{73FFDB57-F895-40E5-AAF8-F22D0F3683EA}" destId="{E0FD36EF-F1D8-4C96-83FC-9560DAC33568}" srcOrd="4" destOrd="0" parTransId="{2B5D6739-574D-4324-AF6A-B272908DD56F}" sibTransId="{1B00DD12-FE76-4030-BE97-6A04CDC8E783}"/>
    <dgm:cxn modelId="{12B9993E-DA99-44B0-B8B3-3145A0CBC7E7}" srcId="{73FFDB57-F895-40E5-AAF8-F22D0F3683EA}" destId="{038AEBD7-33BB-4B8B-B456-1F40AFCC40C6}" srcOrd="0" destOrd="0" parTransId="{E4CA2AE6-037C-4DF6-984C-B41515079312}" sibTransId="{5903EAE9-D77E-4C4F-982A-C1B318C3B9CD}"/>
    <dgm:cxn modelId="{5D66E161-5DBC-471C-B7E2-9732C1CD96D4}" type="presOf" srcId="{F2ECB572-AF10-4203-9A04-87070D5A2A25}" destId="{B74C2048-DC4E-4D2E-B3A7-C673099C5DB6}" srcOrd="0" destOrd="0" presId="urn:microsoft.com/office/officeart/2005/8/layout/hProcess11"/>
    <dgm:cxn modelId="{189B4F62-A4A9-42CA-B4E1-9929CCBFBCCE}" type="presOf" srcId="{94A1221F-31D6-4C2F-AC6C-40F438B5246A}" destId="{2E708B0C-1ADE-4FD4-BA9B-92BC19D06083}" srcOrd="0" destOrd="0" presId="urn:microsoft.com/office/officeart/2005/8/layout/hProcess11"/>
    <dgm:cxn modelId="{26D6BC86-3AFD-4663-89F4-314D287A4CD6}" srcId="{73FFDB57-F895-40E5-AAF8-F22D0F3683EA}" destId="{B29A3B47-C2C4-40C9-B11E-763D59D83CB2}" srcOrd="1" destOrd="0" parTransId="{7BDC55C9-059C-4433-A8AE-9643B2FD3D8C}" sibTransId="{C0A9CE41-B0EF-453E-9110-D41E26049EB9}"/>
    <dgm:cxn modelId="{8A178B8A-112A-425E-AF51-0C826306A14B}" type="presOf" srcId="{B29A3B47-C2C4-40C9-B11E-763D59D83CB2}" destId="{A91F1D7A-E451-40D5-9C3A-7762A9CF6B5C}" srcOrd="0" destOrd="0" presId="urn:microsoft.com/office/officeart/2005/8/layout/hProcess11"/>
    <dgm:cxn modelId="{900276BF-1A92-41C9-B159-7C999F1EBB36}" srcId="{73FFDB57-F895-40E5-AAF8-F22D0F3683EA}" destId="{94A1221F-31D6-4C2F-AC6C-40F438B5246A}" srcOrd="3" destOrd="0" parTransId="{8BE99F57-BBCD-4041-B942-275714B8FC14}" sibTransId="{78CE6A4D-1A14-48C3-9242-4BEA4C0976E7}"/>
    <dgm:cxn modelId="{E63385D1-1B01-44E1-B72A-AF857F52473B}" srcId="{73FFDB57-F895-40E5-AAF8-F22D0F3683EA}" destId="{E1CBCB3B-7C8C-4AA7-9736-B2A7B161D34A}" srcOrd="5" destOrd="0" parTransId="{C579077A-23C6-4A75-A7B2-DCC93F431037}" sibTransId="{3B3638C6-BB3D-4239-B035-1E1EFAB5A707}"/>
    <dgm:cxn modelId="{C83B9BD5-5C58-4516-BF47-FF851A9BB5FC}" type="presOf" srcId="{E1CBCB3B-7C8C-4AA7-9736-B2A7B161D34A}" destId="{A59F1280-32B7-41C6-8871-80FBDBAADE14}" srcOrd="0" destOrd="0" presId="urn:microsoft.com/office/officeart/2005/8/layout/hProcess11"/>
    <dgm:cxn modelId="{A28DB2F1-1037-445E-B045-A59F88F75530}" srcId="{73FFDB57-F895-40E5-AAF8-F22D0F3683EA}" destId="{F2ECB572-AF10-4203-9A04-87070D5A2A25}" srcOrd="2" destOrd="0" parTransId="{C96BDD47-D828-4E4F-8803-EAE155DDA453}" sibTransId="{81372F0A-ACCC-4142-8BE1-0BBD2D1695A4}"/>
    <dgm:cxn modelId="{D547AB3D-1DC4-44CF-93DD-AE90BA63E26B}" type="presParOf" srcId="{9AD304D4-C190-4A31-8593-EFADC2DA5B6A}" destId="{498A1E93-0670-490B-8F70-6D115465E109}" srcOrd="0" destOrd="0" presId="urn:microsoft.com/office/officeart/2005/8/layout/hProcess11"/>
    <dgm:cxn modelId="{2EDE0781-D8D8-4452-8F84-D60DFFA95E1B}" type="presParOf" srcId="{9AD304D4-C190-4A31-8593-EFADC2DA5B6A}" destId="{BB2DD33E-B4B3-4E2D-A9FA-3BEF14C49F3A}" srcOrd="1" destOrd="0" presId="urn:microsoft.com/office/officeart/2005/8/layout/hProcess11"/>
    <dgm:cxn modelId="{41054206-9C84-49CD-B25B-CAB5D08FC04B}" type="presParOf" srcId="{BB2DD33E-B4B3-4E2D-A9FA-3BEF14C49F3A}" destId="{38E1FC59-FF03-45AE-96A6-74541D7FB1D8}" srcOrd="0" destOrd="0" presId="urn:microsoft.com/office/officeart/2005/8/layout/hProcess11"/>
    <dgm:cxn modelId="{33E3774F-D6D1-400B-9BA6-BF0A82A59201}" type="presParOf" srcId="{38E1FC59-FF03-45AE-96A6-74541D7FB1D8}" destId="{3985EFBE-2476-4FD8-AE01-272CFCA4869F}" srcOrd="0" destOrd="0" presId="urn:microsoft.com/office/officeart/2005/8/layout/hProcess11"/>
    <dgm:cxn modelId="{04ADF3A2-E750-43B5-A3BC-8FA2A7956A3B}" type="presParOf" srcId="{38E1FC59-FF03-45AE-96A6-74541D7FB1D8}" destId="{05C05D01-B541-4A09-BE74-931B3F8CE08E}" srcOrd="1" destOrd="0" presId="urn:microsoft.com/office/officeart/2005/8/layout/hProcess11"/>
    <dgm:cxn modelId="{F3FBD8D7-89D3-46D6-BB46-0CE9FD347FD6}" type="presParOf" srcId="{38E1FC59-FF03-45AE-96A6-74541D7FB1D8}" destId="{03B20914-8349-46EC-B3F5-81AAE8519DF1}" srcOrd="2" destOrd="0" presId="urn:microsoft.com/office/officeart/2005/8/layout/hProcess11"/>
    <dgm:cxn modelId="{F1C881FB-50D5-4C83-B481-DF3F13451167}" type="presParOf" srcId="{BB2DD33E-B4B3-4E2D-A9FA-3BEF14C49F3A}" destId="{3BD10298-4787-4E0B-B287-0596B80773AE}" srcOrd="1" destOrd="0" presId="urn:microsoft.com/office/officeart/2005/8/layout/hProcess11"/>
    <dgm:cxn modelId="{5503EF07-F4FC-4CA0-A5AF-AEC9392120DF}" type="presParOf" srcId="{BB2DD33E-B4B3-4E2D-A9FA-3BEF14C49F3A}" destId="{8A9D9A53-F850-42A0-8232-B643870AD327}" srcOrd="2" destOrd="0" presId="urn:microsoft.com/office/officeart/2005/8/layout/hProcess11"/>
    <dgm:cxn modelId="{72E2F9CB-A660-4CAA-9D76-7E0121F8FC76}" type="presParOf" srcId="{8A9D9A53-F850-42A0-8232-B643870AD327}" destId="{A91F1D7A-E451-40D5-9C3A-7762A9CF6B5C}" srcOrd="0" destOrd="0" presId="urn:microsoft.com/office/officeart/2005/8/layout/hProcess11"/>
    <dgm:cxn modelId="{8C1F906A-2E0F-47E3-9747-917F9BC4F6C8}" type="presParOf" srcId="{8A9D9A53-F850-42A0-8232-B643870AD327}" destId="{A5D59773-3AB1-4D4F-9D70-B6A644C3BA99}" srcOrd="1" destOrd="0" presId="urn:microsoft.com/office/officeart/2005/8/layout/hProcess11"/>
    <dgm:cxn modelId="{616B5DB4-72FE-4167-825A-264FCC7D79A1}" type="presParOf" srcId="{8A9D9A53-F850-42A0-8232-B643870AD327}" destId="{F02FFCBE-36E7-4DFA-A67A-AA0D808CFC7D}" srcOrd="2" destOrd="0" presId="urn:microsoft.com/office/officeart/2005/8/layout/hProcess11"/>
    <dgm:cxn modelId="{9366A211-B5DF-40B4-9776-001E72244C67}" type="presParOf" srcId="{BB2DD33E-B4B3-4E2D-A9FA-3BEF14C49F3A}" destId="{5C79D7F3-ABCC-4693-B233-1E14A2F2699A}" srcOrd="3" destOrd="0" presId="urn:microsoft.com/office/officeart/2005/8/layout/hProcess11"/>
    <dgm:cxn modelId="{A70DCDA0-F856-4868-896B-7B5E88ED4AC5}" type="presParOf" srcId="{BB2DD33E-B4B3-4E2D-A9FA-3BEF14C49F3A}" destId="{F8855CBB-7095-4234-8F23-E912EB442C72}" srcOrd="4" destOrd="0" presId="urn:microsoft.com/office/officeart/2005/8/layout/hProcess11"/>
    <dgm:cxn modelId="{4AA6DBBB-23E8-49F2-86BE-7E3A3C969DFD}" type="presParOf" srcId="{F8855CBB-7095-4234-8F23-E912EB442C72}" destId="{B74C2048-DC4E-4D2E-B3A7-C673099C5DB6}" srcOrd="0" destOrd="0" presId="urn:microsoft.com/office/officeart/2005/8/layout/hProcess11"/>
    <dgm:cxn modelId="{5836DCDF-6DF9-46D3-831E-B31DC4F3DDA4}" type="presParOf" srcId="{F8855CBB-7095-4234-8F23-E912EB442C72}" destId="{28639B40-77CB-42AD-B4B7-C47407DC4088}" srcOrd="1" destOrd="0" presId="urn:microsoft.com/office/officeart/2005/8/layout/hProcess11"/>
    <dgm:cxn modelId="{1A95129E-6A86-4968-891D-F405189A2A24}" type="presParOf" srcId="{F8855CBB-7095-4234-8F23-E912EB442C72}" destId="{885C3A41-AEB2-4EB1-B9CD-911A38C57801}" srcOrd="2" destOrd="0" presId="urn:microsoft.com/office/officeart/2005/8/layout/hProcess11"/>
    <dgm:cxn modelId="{C8536708-6DD0-44E3-B0EB-0E461BB5B374}" type="presParOf" srcId="{BB2DD33E-B4B3-4E2D-A9FA-3BEF14C49F3A}" destId="{9EE78AC5-6754-4AE5-8430-0A526A37ABF8}" srcOrd="5" destOrd="0" presId="urn:microsoft.com/office/officeart/2005/8/layout/hProcess11"/>
    <dgm:cxn modelId="{0F11C893-4631-427F-A88E-B22458B1931D}" type="presParOf" srcId="{BB2DD33E-B4B3-4E2D-A9FA-3BEF14C49F3A}" destId="{4B876EAA-42F5-4A50-8672-773E33CA6E67}" srcOrd="6" destOrd="0" presId="urn:microsoft.com/office/officeart/2005/8/layout/hProcess11"/>
    <dgm:cxn modelId="{742C8B9F-0960-409A-AC19-154CB4853457}" type="presParOf" srcId="{4B876EAA-42F5-4A50-8672-773E33CA6E67}" destId="{2E708B0C-1ADE-4FD4-BA9B-92BC19D06083}" srcOrd="0" destOrd="0" presId="urn:microsoft.com/office/officeart/2005/8/layout/hProcess11"/>
    <dgm:cxn modelId="{711158DA-2A8E-4753-B302-B34CAF0E0D9F}" type="presParOf" srcId="{4B876EAA-42F5-4A50-8672-773E33CA6E67}" destId="{7D34CC3F-89E9-4221-B401-6106316457C9}" srcOrd="1" destOrd="0" presId="urn:microsoft.com/office/officeart/2005/8/layout/hProcess11"/>
    <dgm:cxn modelId="{BA93C4A5-6914-46DC-B6C1-1834CF8BE8EC}" type="presParOf" srcId="{4B876EAA-42F5-4A50-8672-773E33CA6E67}" destId="{D0F919BB-B070-4CAF-ACFD-FDB7F1FB3BFD}" srcOrd="2" destOrd="0" presId="urn:microsoft.com/office/officeart/2005/8/layout/hProcess11"/>
    <dgm:cxn modelId="{56916E38-2A6F-4D6C-A86B-58A39B2C0EF4}" type="presParOf" srcId="{BB2DD33E-B4B3-4E2D-A9FA-3BEF14C49F3A}" destId="{F8E90F9A-71CA-4179-A5FE-311DCF0FD807}" srcOrd="7" destOrd="0" presId="urn:microsoft.com/office/officeart/2005/8/layout/hProcess11"/>
    <dgm:cxn modelId="{A2CF9CB3-9119-474E-93AF-FF7DE22F872B}" type="presParOf" srcId="{BB2DD33E-B4B3-4E2D-A9FA-3BEF14C49F3A}" destId="{1BFC9AA3-8E35-4B99-A2A4-C583BDA14BEF}" srcOrd="8" destOrd="0" presId="urn:microsoft.com/office/officeart/2005/8/layout/hProcess11"/>
    <dgm:cxn modelId="{C70A4400-A60E-40D7-B8D2-9E1580B2D60D}" type="presParOf" srcId="{1BFC9AA3-8E35-4B99-A2A4-C583BDA14BEF}" destId="{A2DA47AF-391C-45AD-BA88-825026930D4E}" srcOrd="0" destOrd="0" presId="urn:microsoft.com/office/officeart/2005/8/layout/hProcess11"/>
    <dgm:cxn modelId="{1D1145ED-834D-46BA-8246-4EA219C47CB6}" type="presParOf" srcId="{1BFC9AA3-8E35-4B99-A2A4-C583BDA14BEF}" destId="{D470496D-65A3-48D5-A8A5-877EC92557EB}" srcOrd="1" destOrd="0" presId="urn:microsoft.com/office/officeart/2005/8/layout/hProcess11"/>
    <dgm:cxn modelId="{8145DBB2-D1E6-491A-B673-AF88F613F8A5}" type="presParOf" srcId="{1BFC9AA3-8E35-4B99-A2A4-C583BDA14BEF}" destId="{6A506A59-4475-4490-9BA6-DD93959501AC}" srcOrd="2" destOrd="0" presId="urn:microsoft.com/office/officeart/2005/8/layout/hProcess11"/>
    <dgm:cxn modelId="{57C00BD0-4344-4467-819A-386CDCF71B27}" type="presParOf" srcId="{BB2DD33E-B4B3-4E2D-A9FA-3BEF14C49F3A}" destId="{7AB7934D-65DF-4746-8B3F-6E70284A4FF3}" srcOrd="9" destOrd="0" presId="urn:microsoft.com/office/officeart/2005/8/layout/hProcess11"/>
    <dgm:cxn modelId="{1F39F55C-E15C-4C03-8875-5208DA68452C}" type="presParOf" srcId="{BB2DD33E-B4B3-4E2D-A9FA-3BEF14C49F3A}" destId="{AA4C3FF6-4E02-40DD-9E28-DA92F5C75DA6}" srcOrd="10" destOrd="0" presId="urn:microsoft.com/office/officeart/2005/8/layout/hProcess11"/>
    <dgm:cxn modelId="{57460ED1-0182-4991-998E-FA89E859D134}" type="presParOf" srcId="{AA4C3FF6-4E02-40DD-9E28-DA92F5C75DA6}" destId="{A59F1280-32B7-41C6-8871-80FBDBAADE14}" srcOrd="0" destOrd="0" presId="urn:microsoft.com/office/officeart/2005/8/layout/hProcess11"/>
    <dgm:cxn modelId="{E852F109-A791-4C9D-BBAC-544F6DDDA752}" type="presParOf" srcId="{AA4C3FF6-4E02-40DD-9E28-DA92F5C75DA6}" destId="{B50FE3E5-CFF6-4FD1-A3D8-8F5FDC515805}" srcOrd="1" destOrd="0" presId="urn:microsoft.com/office/officeart/2005/8/layout/hProcess11"/>
    <dgm:cxn modelId="{FE63F050-B998-4E2E-AB45-22AF39C216CD}" type="presParOf" srcId="{AA4C3FF6-4E02-40DD-9E28-DA92F5C75DA6}" destId="{3443E133-1D22-4DFA-AC2F-3D1B3B4F42EB}"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8A1E93-0670-490B-8F70-6D115465E109}">
      <dsp:nvSpPr>
        <dsp:cNvPr id="0" name=""/>
        <dsp:cNvSpPr/>
      </dsp:nvSpPr>
      <dsp:spPr>
        <a:xfrm>
          <a:off x="0" y="1207008"/>
          <a:ext cx="9720072" cy="1609344"/>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85EFBE-2476-4FD8-AE01-272CFCA4869F}">
      <dsp:nvSpPr>
        <dsp:cNvPr id="0" name=""/>
        <dsp:cNvSpPr/>
      </dsp:nvSpPr>
      <dsp:spPr>
        <a:xfrm>
          <a:off x="2402" y="0"/>
          <a:ext cx="1398921" cy="1609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marL="0" lvl="0" indent="0" algn="ctr" defTabSz="800100">
            <a:lnSpc>
              <a:spcPct val="90000"/>
            </a:lnSpc>
            <a:spcBef>
              <a:spcPct val="0"/>
            </a:spcBef>
            <a:spcAft>
              <a:spcPct val="35000"/>
            </a:spcAft>
            <a:buNone/>
          </a:pPr>
          <a:r>
            <a:rPr lang="en-US" sz="1800" kern="1200"/>
            <a:t>Requirement Gathering</a:t>
          </a:r>
          <a:endParaRPr lang="en-IN" sz="1800" kern="1200"/>
        </a:p>
      </dsp:txBody>
      <dsp:txXfrm>
        <a:off x="2402" y="0"/>
        <a:ext cx="1398921" cy="1609344"/>
      </dsp:txXfrm>
    </dsp:sp>
    <dsp:sp modelId="{05C05D01-B541-4A09-BE74-931B3F8CE08E}">
      <dsp:nvSpPr>
        <dsp:cNvPr id="0" name=""/>
        <dsp:cNvSpPr/>
      </dsp:nvSpPr>
      <dsp:spPr>
        <a:xfrm>
          <a:off x="500695" y="1810512"/>
          <a:ext cx="402336" cy="40233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1F1D7A-E451-40D5-9C3A-7762A9CF6B5C}">
      <dsp:nvSpPr>
        <dsp:cNvPr id="0" name=""/>
        <dsp:cNvSpPr/>
      </dsp:nvSpPr>
      <dsp:spPr>
        <a:xfrm>
          <a:off x="1471270" y="2414016"/>
          <a:ext cx="1398921" cy="1609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a:t>Quick Design</a:t>
          </a:r>
          <a:endParaRPr lang="en-IN" sz="1800" kern="1200"/>
        </a:p>
      </dsp:txBody>
      <dsp:txXfrm>
        <a:off x="1471270" y="2414016"/>
        <a:ext cx="1398921" cy="1609344"/>
      </dsp:txXfrm>
    </dsp:sp>
    <dsp:sp modelId="{A5D59773-3AB1-4D4F-9D70-B6A644C3BA99}">
      <dsp:nvSpPr>
        <dsp:cNvPr id="0" name=""/>
        <dsp:cNvSpPr/>
      </dsp:nvSpPr>
      <dsp:spPr>
        <a:xfrm>
          <a:off x="1969563" y="1810512"/>
          <a:ext cx="402336" cy="40233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4C2048-DC4E-4D2E-B3A7-C673099C5DB6}">
      <dsp:nvSpPr>
        <dsp:cNvPr id="0" name=""/>
        <dsp:cNvSpPr/>
      </dsp:nvSpPr>
      <dsp:spPr>
        <a:xfrm>
          <a:off x="2940138" y="0"/>
          <a:ext cx="1398921" cy="1609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marL="0" lvl="0" indent="0" algn="ctr" defTabSz="800100">
            <a:lnSpc>
              <a:spcPct val="90000"/>
            </a:lnSpc>
            <a:spcBef>
              <a:spcPct val="0"/>
            </a:spcBef>
            <a:spcAft>
              <a:spcPct val="35000"/>
            </a:spcAft>
            <a:buNone/>
          </a:pPr>
          <a:r>
            <a:rPr lang="en-US" sz="1800" kern="1200"/>
            <a:t>Build Prototype</a:t>
          </a:r>
          <a:endParaRPr lang="en-IN" sz="1800" kern="1200"/>
        </a:p>
      </dsp:txBody>
      <dsp:txXfrm>
        <a:off x="2940138" y="0"/>
        <a:ext cx="1398921" cy="1609344"/>
      </dsp:txXfrm>
    </dsp:sp>
    <dsp:sp modelId="{28639B40-77CB-42AD-B4B7-C47407DC4088}">
      <dsp:nvSpPr>
        <dsp:cNvPr id="0" name=""/>
        <dsp:cNvSpPr/>
      </dsp:nvSpPr>
      <dsp:spPr>
        <a:xfrm>
          <a:off x="3438430" y="1810512"/>
          <a:ext cx="402336" cy="40233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708B0C-1ADE-4FD4-BA9B-92BC19D06083}">
      <dsp:nvSpPr>
        <dsp:cNvPr id="0" name=""/>
        <dsp:cNvSpPr/>
      </dsp:nvSpPr>
      <dsp:spPr>
        <a:xfrm>
          <a:off x="4409005" y="2414016"/>
          <a:ext cx="1398921" cy="1609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a:t>Customer Evaluation</a:t>
          </a:r>
          <a:endParaRPr lang="en-IN" sz="1800" kern="1200"/>
        </a:p>
      </dsp:txBody>
      <dsp:txXfrm>
        <a:off x="4409005" y="2414016"/>
        <a:ext cx="1398921" cy="1609344"/>
      </dsp:txXfrm>
    </dsp:sp>
    <dsp:sp modelId="{7D34CC3F-89E9-4221-B401-6106316457C9}">
      <dsp:nvSpPr>
        <dsp:cNvPr id="0" name=""/>
        <dsp:cNvSpPr/>
      </dsp:nvSpPr>
      <dsp:spPr>
        <a:xfrm>
          <a:off x="4907298" y="1810512"/>
          <a:ext cx="402336" cy="40233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DA47AF-391C-45AD-BA88-825026930D4E}">
      <dsp:nvSpPr>
        <dsp:cNvPr id="0" name=""/>
        <dsp:cNvSpPr/>
      </dsp:nvSpPr>
      <dsp:spPr>
        <a:xfrm>
          <a:off x="5877873" y="0"/>
          <a:ext cx="1398921" cy="1609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marL="0" lvl="0" indent="0" algn="ctr" defTabSz="800100">
            <a:lnSpc>
              <a:spcPct val="90000"/>
            </a:lnSpc>
            <a:spcBef>
              <a:spcPct val="0"/>
            </a:spcBef>
            <a:spcAft>
              <a:spcPct val="35000"/>
            </a:spcAft>
            <a:buNone/>
          </a:pPr>
          <a:r>
            <a:rPr lang="en-US" sz="1800" kern="1200"/>
            <a:t>Refinement</a:t>
          </a:r>
          <a:endParaRPr lang="en-IN" sz="1800" kern="1200"/>
        </a:p>
      </dsp:txBody>
      <dsp:txXfrm>
        <a:off x="5877873" y="0"/>
        <a:ext cx="1398921" cy="1609344"/>
      </dsp:txXfrm>
    </dsp:sp>
    <dsp:sp modelId="{D470496D-65A3-48D5-A8A5-877EC92557EB}">
      <dsp:nvSpPr>
        <dsp:cNvPr id="0" name=""/>
        <dsp:cNvSpPr/>
      </dsp:nvSpPr>
      <dsp:spPr>
        <a:xfrm>
          <a:off x="6376166" y="1810512"/>
          <a:ext cx="402336" cy="40233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59F1280-32B7-41C6-8871-80FBDBAADE14}">
      <dsp:nvSpPr>
        <dsp:cNvPr id="0" name=""/>
        <dsp:cNvSpPr/>
      </dsp:nvSpPr>
      <dsp:spPr>
        <a:xfrm>
          <a:off x="7346741" y="2414016"/>
          <a:ext cx="1398921" cy="1609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a:t>Final Product</a:t>
          </a:r>
          <a:endParaRPr lang="en-IN" sz="1800" kern="1200"/>
        </a:p>
      </dsp:txBody>
      <dsp:txXfrm>
        <a:off x="7346741" y="2414016"/>
        <a:ext cx="1398921" cy="1609344"/>
      </dsp:txXfrm>
    </dsp:sp>
    <dsp:sp modelId="{B50FE3E5-CFF6-4FD1-A3D8-8F5FDC515805}">
      <dsp:nvSpPr>
        <dsp:cNvPr id="0" name=""/>
        <dsp:cNvSpPr/>
      </dsp:nvSpPr>
      <dsp:spPr>
        <a:xfrm>
          <a:off x="7845034" y="1810512"/>
          <a:ext cx="402336" cy="40233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67B30B-133E-40BE-A592-6100EF3A633B}" type="datetimeFigureOut">
              <a:rPr lang="en-IN" smtClean="0"/>
              <a:t>04-07-2026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2B34E0-5A22-440B-A3BD-AD2EEE5427C9}" type="slidenum">
              <a:rPr lang="en-IN" smtClean="0"/>
              <a:t>‹#›</a:t>
            </a:fld>
            <a:endParaRPr lang="en-IN"/>
          </a:p>
        </p:txBody>
      </p:sp>
    </p:spTree>
    <p:extLst>
      <p:ext uri="{BB962C8B-B14F-4D97-AF65-F5344CB8AC3E}">
        <p14:creationId xmlns:p14="http://schemas.microsoft.com/office/powerpoint/2010/main" val="36347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Good morning everyone.</a:t>
            </a:r>
            <a:endParaRPr lang="en-IN" dirty="0"/>
          </a:p>
          <a:p>
            <a:r>
              <a:rPr lang="en-IN" dirty="0"/>
              <a:t>My name is </a:t>
            </a:r>
            <a:r>
              <a:rPr lang="en-IN" b="1" dirty="0"/>
              <a:t>Kunal Maheshwari</a:t>
            </a:r>
            <a:r>
              <a:rPr lang="en-IN" dirty="0"/>
              <a:t>, and along with my teammates </a:t>
            </a:r>
            <a:r>
              <a:rPr lang="en-IN" b="1" dirty="0"/>
              <a:t>Binit Kumar Singh, Harshit Chaudhary, and Divay Garg</a:t>
            </a:r>
            <a:r>
              <a:rPr lang="en-IN" dirty="0"/>
              <a:t>, we are here to present our topic </a:t>
            </a:r>
            <a:r>
              <a:rPr lang="en-IN" b="1" dirty="0"/>
              <a:t>"Prototype SDLC Model."</a:t>
            </a:r>
            <a:endParaRPr lang="en-IN" dirty="0"/>
          </a:p>
          <a:p>
            <a:r>
              <a:rPr lang="en-IN" dirty="0"/>
              <a:t>Software Development Life Cycle, consists of different models that help in developing software efficiently. </a:t>
            </a:r>
          </a:p>
        </p:txBody>
      </p:sp>
      <p:sp>
        <p:nvSpPr>
          <p:cNvPr id="4" name="Slide Number Placeholder 3"/>
          <p:cNvSpPr>
            <a:spLocks noGrp="1"/>
          </p:cNvSpPr>
          <p:nvPr>
            <p:ph type="sldNum" sz="quarter" idx="5"/>
          </p:nvPr>
        </p:nvSpPr>
        <p:spPr/>
        <p:txBody>
          <a:bodyPr/>
          <a:lstStyle/>
          <a:p>
            <a:fld id="{672B34E0-5A22-440B-A3BD-AD2EEE5427C9}" type="slidenum">
              <a:rPr lang="en-IN" smtClean="0"/>
              <a:t>1</a:t>
            </a:fld>
            <a:endParaRPr lang="en-IN"/>
          </a:p>
        </p:txBody>
      </p:sp>
    </p:spTree>
    <p:extLst>
      <p:ext uri="{BB962C8B-B14F-4D97-AF65-F5344CB8AC3E}">
        <p14:creationId xmlns:p14="http://schemas.microsoft.com/office/powerpoint/2010/main" val="357119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Today, we will explain one of the most important models, the </a:t>
            </a:r>
            <a:r>
              <a:rPr lang="en-IN" b="1" dirty="0"/>
              <a:t>Prototype Model</a:t>
            </a:r>
            <a:r>
              <a:rPr lang="en-IN" dirty="0"/>
              <a:t>, how it works, its advantages, disadvantages, and where it is used in real life.</a:t>
            </a:r>
          </a:p>
          <a:p>
            <a:r>
              <a:rPr lang="en-IN" dirty="0"/>
              <a:t>So, let's begin with the introduction of the Prototype Model.</a:t>
            </a:r>
          </a:p>
          <a:p>
            <a:endParaRPr lang="en-IN" dirty="0"/>
          </a:p>
        </p:txBody>
      </p:sp>
      <p:sp>
        <p:nvSpPr>
          <p:cNvPr id="4" name="Slide Number Placeholder 3"/>
          <p:cNvSpPr>
            <a:spLocks noGrp="1"/>
          </p:cNvSpPr>
          <p:nvPr>
            <p:ph type="sldNum" sz="quarter" idx="5"/>
          </p:nvPr>
        </p:nvSpPr>
        <p:spPr/>
        <p:txBody>
          <a:bodyPr/>
          <a:lstStyle/>
          <a:p>
            <a:fld id="{672B34E0-5A22-440B-A3BD-AD2EEE5427C9}" type="slidenum">
              <a:rPr lang="en-IN" smtClean="0"/>
              <a:t>2</a:t>
            </a:fld>
            <a:endParaRPr lang="en-IN"/>
          </a:p>
        </p:txBody>
      </p:sp>
    </p:spTree>
    <p:extLst>
      <p:ext uri="{BB962C8B-B14F-4D97-AF65-F5344CB8AC3E}">
        <p14:creationId xmlns:p14="http://schemas.microsoft.com/office/powerpoint/2010/main" val="123634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a:t>
            </a:r>
            <a:r>
              <a:rPr lang="en-IN" b="1" dirty="0"/>
              <a:t>Prototype Model</a:t>
            </a:r>
            <a:r>
              <a:rPr lang="en-IN" dirty="0"/>
              <a:t> is one of the software development models used in SDLC.</a:t>
            </a:r>
          </a:p>
          <a:p>
            <a:r>
              <a:rPr lang="en-IN" dirty="0"/>
              <a:t>In this model, instead of directly developing the final software, developers first create a </a:t>
            </a:r>
            <a:r>
              <a:rPr lang="en-IN" b="1" dirty="0"/>
              <a:t>working prototype</a:t>
            </a:r>
            <a:r>
              <a:rPr lang="en-IN" dirty="0"/>
              <a:t>, which is an early version of the application. This prototype demonstrates the basic functionality and user interface.</a:t>
            </a:r>
          </a:p>
          <a:p>
            <a:r>
              <a:rPr lang="en-IN" dirty="0"/>
              <a:t>The customer then reviews the prototype and provides feedback. Based on that feedback, the prototype is improved multiple times until it satisfies the customer's requirements. Once the customer approves it, the final software is developed.</a:t>
            </a:r>
          </a:p>
          <a:p>
            <a:r>
              <a:rPr lang="en-IN" dirty="0"/>
              <a:t>This approach helps developers clearly understand what the customer actually wants before investing time and resources in full-scale development.</a:t>
            </a:r>
          </a:p>
          <a:p>
            <a:endParaRPr lang="en-IN" dirty="0"/>
          </a:p>
        </p:txBody>
      </p:sp>
      <p:sp>
        <p:nvSpPr>
          <p:cNvPr id="4" name="Slide Number Placeholder 3"/>
          <p:cNvSpPr>
            <a:spLocks noGrp="1"/>
          </p:cNvSpPr>
          <p:nvPr>
            <p:ph type="sldNum" sz="quarter" idx="5"/>
          </p:nvPr>
        </p:nvSpPr>
        <p:spPr/>
        <p:txBody>
          <a:bodyPr/>
          <a:lstStyle/>
          <a:p>
            <a:fld id="{672B34E0-5A22-440B-A3BD-AD2EEE5427C9}" type="slidenum">
              <a:rPr lang="en-IN" smtClean="0"/>
              <a:t>3</a:t>
            </a:fld>
            <a:endParaRPr lang="en-IN"/>
          </a:p>
        </p:txBody>
      </p:sp>
    </p:spTree>
    <p:extLst>
      <p:ext uri="{BB962C8B-B14F-4D97-AF65-F5344CB8AC3E}">
        <p14:creationId xmlns:p14="http://schemas.microsoft.com/office/powerpoint/2010/main" val="4249705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let's understand what the Prototype Model actually is.</a:t>
            </a:r>
          </a:p>
          <a:p>
            <a:r>
              <a:rPr lang="en-IN" dirty="0"/>
              <a:t>A </a:t>
            </a:r>
            <a:r>
              <a:rPr lang="en-IN" b="1" dirty="0"/>
              <a:t>prototype</a:t>
            </a:r>
            <a:r>
              <a:rPr lang="en-IN" dirty="0"/>
              <a:t> is an early or preliminary version of a software application that is created to understand customer requirements before building the complete system.</a:t>
            </a:r>
          </a:p>
          <a:p>
            <a:r>
              <a:rPr lang="en-IN" dirty="0"/>
              <a:t>The main purpose of creating a prototype is to reduce misunderstandings between developers and clients. Instead of only discussing requirements on paper, customers can interact with a working model and suggest changes.</a:t>
            </a:r>
          </a:p>
          <a:p>
            <a:r>
              <a:rPr lang="en-IN" dirty="0"/>
              <a:t>This process improves communication, increases customer satisfaction, and helps in developing software that closely matches user expectations.</a:t>
            </a:r>
          </a:p>
          <a:p>
            <a:endParaRPr lang="en-IN" dirty="0"/>
          </a:p>
        </p:txBody>
      </p:sp>
      <p:sp>
        <p:nvSpPr>
          <p:cNvPr id="4" name="Slide Number Placeholder 3"/>
          <p:cNvSpPr>
            <a:spLocks noGrp="1"/>
          </p:cNvSpPr>
          <p:nvPr>
            <p:ph type="sldNum" sz="quarter" idx="5"/>
          </p:nvPr>
        </p:nvSpPr>
        <p:spPr/>
        <p:txBody>
          <a:bodyPr/>
          <a:lstStyle/>
          <a:p>
            <a:fld id="{672B34E0-5A22-440B-A3BD-AD2EEE5427C9}" type="slidenum">
              <a:rPr lang="en-IN" smtClean="0"/>
              <a:t>4</a:t>
            </a:fld>
            <a:endParaRPr lang="en-IN"/>
          </a:p>
        </p:txBody>
      </p:sp>
    </p:spTree>
    <p:extLst>
      <p:ext uri="{BB962C8B-B14F-4D97-AF65-F5344CB8AC3E}">
        <p14:creationId xmlns:p14="http://schemas.microsoft.com/office/powerpoint/2010/main" val="1520089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the question is, </a:t>
            </a:r>
            <a:r>
              <a:rPr lang="en-IN" b="1" dirty="0"/>
              <a:t>why do we use the Prototype Model?</a:t>
            </a:r>
            <a:endParaRPr lang="en-IN" dirty="0"/>
          </a:p>
          <a:p>
            <a:r>
              <a:rPr lang="en-IN" dirty="0"/>
              <a:t>First, it is very useful when the project requirements are not completely clear at the beginning.</a:t>
            </a:r>
          </a:p>
          <a:p>
            <a:r>
              <a:rPr lang="en-IN" dirty="0"/>
              <a:t>Second, it allows </a:t>
            </a:r>
            <a:r>
              <a:rPr lang="en-IN" b="1" dirty="0"/>
              <a:t>continuous customer involvement</a:t>
            </a:r>
            <a:r>
              <a:rPr lang="en-IN" dirty="0"/>
              <a:t>, so users can provide feedback throughout the development process.</a:t>
            </a:r>
          </a:p>
          <a:p>
            <a:r>
              <a:rPr lang="en-IN" dirty="0"/>
              <a:t>Third, it helps identify errors and missing features at an early stage, reducing the chances of expensive changes later.</a:t>
            </a:r>
          </a:p>
          <a:p>
            <a:r>
              <a:rPr lang="en-IN" dirty="0"/>
              <a:t>Finally, because customers are involved in every iteration, the final product is more likely to meet their expectations, resulting in higher user satisfaction.</a:t>
            </a:r>
          </a:p>
          <a:p>
            <a:r>
              <a:rPr lang="en-IN" dirty="0"/>
              <a:t>With this understanding of why the Prototype Model is used, I would now like to hand over the presentation to my teammate, who will explain the </a:t>
            </a:r>
            <a:r>
              <a:rPr lang="en-IN" b="1" dirty="0"/>
              <a:t>Prototype SDLC Process and its different phases.</a:t>
            </a:r>
            <a:endParaRPr lang="en-IN" dirty="0"/>
          </a:p>
          <a:p>
            <a:endParaRPr lang="en-IN" dirty="0"/>
          </a:p>
        </p:txBody>
      </p:sp>
      <p:sp>
        <p:nvSpPr>
          <p:cNvPr id="4" name="Slide Number Placeholder 3"/>
          <p:cNvSpPr>
            <a:spLocks noGrp="1"/>
          </p:cNvSpPr>
          <p:nvPr>
            <p:ph type="sldNum" sz="quarter" idx="5"/>
          </p:nvPr>
        </p:nvSpPr>
        <p:spPr/>
        <p:txBody>
          <a:bodyPr/>
          <a:lstStyle/>
          <a:p>
            <a:fld id="{672B34E0-5A22-440B-A3BD-AD2EEE5427C9}" type="slidenum">
              <a:rPr lang="en-IN" smtClean="0"/>
              <a:t>5</a:t>
            </a:fld>
            <a:endParaRPr lang="en-IN"/>
          </a:p>
        </p:txBody>
      </p:sp>
    </p:spTree>
    <p:extLst>
      <p:ext uri="{BB962C8B-B14F-4D97-AF65-F5344CB8AC3E}">
        <p14:creationId xmlns:p14="http://schemas.microsoft.com/office/powerpoint/2010/main" val="4118057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08F86928-E7F1-4674-8BB0-3B91782DEB93}"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BC148B-8676-4AC0-9970-14CEFB8A0D9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7237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F86928-E7F1-4674-8BB0-3B91782DEB93}"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893474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F86928-E7F1-4674-8BB0-3B91782DEB93}"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BC148B-8676-4AC0-9970-14CEFB8A0D9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2043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8F86928-E7F1-4674-8BB0-3B91782DEB93}"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1929429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8F86928-E7F1-4674-8BB0-3B91782DEB93}" type="datetimeFigureOut">
              <a:rPr lang="en-IN" smtClean="0"/>
              <a:t>04-07-2026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992597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8F86928-E7F1-4674-8BB0-3B91782DEB93}" type="datetimeFigureOut">
              <a:rPr lang="en-IN" smtClean="0"/>
              <a:t>04-07-2026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786339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F86928-E7F1-4674-8BB0-3B91782DEB93}" type="datetimeFigureOut">
              <a:rPr lang="en-IN" smtClean="0"/>
              <a:t>04-07-2026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552653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F86928-E7F1-4674-8BB0-3B91782DEB93}"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3314004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8F86928-E7F1-4674-8BB0-3B91782DEB93}"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BC148B-8676-4AC0-9970-14CEFB8A0D9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1766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F86928-E7F1-4674-8BB0-3B91782DEB93}"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648398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F86928-E7F1-4674-8BB0-3B91782DEB93}"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BC148B-8676-4AC0-9970-14CEFB8A0D90}"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7084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44B36-D1BA-12BD-B800-608DEDE50710}"/>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18B3CF-11F1-74BC-EFCF-605778DD5F79}"/>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8640EA-63B3-9533-5F39-E8B38B71846F}"/>
              </a:ext>
            </a:extLst>
          </p:cNvPr>
          <p:cNvSpPr>
            <a:spLocks noGrp="1"/>
          </p:cNvSpPr>
          <p:nvPr>
            <p:ph type="dt" sz="half" idx="10"/>
          </p:nvPr>
        </p:nvSpPr>
        <p:spPr/>
        <p:txBody>
          <a:bodyPr/>
          <a:lstStyle/>
          <a:p>
            <a:fld id="{08F86928-E7F1-4674-8BB0-3B91782DEB93}" type="datetimeFigureOut">
              <a:rPr lang="en-IN" smtClean="0"/>
              <a:t>04-07-2026</a:t>
            </a:fld>
            <a:endParaRPr lang="en-IN"/>
          </a:p>
        </p:txBody>
      </p:sp>
      <p:sp>
        <p:nvSpPr>
          <p:cNvPr id="5" name="Footer Placeholder 4">
            <a:extLst>
              <a:ext uri="{FF2B5EF4-FFF2-40B4-BE49-F238E27FC236}">
                <a16:creationId xmlns:a16="http://schemas.microsoft.com/office/drawing/2014/main" id="{F6FEA71C-0796-6EEB-A4C9-C3359B4B43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C17BAC-181D-6AB0-8048-C297577404CF}"/>
              </a:ext>
            </a:extLst>
          </p:cNvPr>
          <p:cNvSpPr>
            <a:spLocks noGrp="1"/>
          </p:cNvSpPr>
          <p:nvPr>
            <p:ph type="sldNum" sz="quarter" idx="12"/>
          </p:nvPr>
        </p:nvSpPr>
        <p:spPr/>
        <p:txBody>
          <a:bodyPr/>
          <a:lstStyle/>
          <a:p>
            <a:fld id="{59BC148B-8676-4AC0-9970-14CEFB8A0D90}" type="slidenum">
              <a:rPr lang="en-IN" smtClean="0"/>
              <a:t>‹#›</a:t>
            </a:fld>
            <a:endParaRPr lang="en-IN"/>
          </a:p>
        </p:txBody>
      </p:sp>
    </p:spTree>
    <p:extLst>
      <p:ext uri="{BB962C8B-B14F-4D97-AF65-F5344CB8AC3E}">
        <p14:creationId xmlns:p14="http://schemas.microsoft.com/office/powerpoint/2010/main" val="1130745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8F86928-E7F1-4674-8BB0-3B91782DEB93}" type="datetimeFigureOut">
              <a:rPr lang="en-IN" smtClean="0"/>
              <a:t>04-07-2026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9BC148B-8676-4AC0-9970-14CEFB8A0D90}"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462509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8849-B9C4-9D80-6D44-4CBC34A8B385}"/>
              </a:ext>
            </a:extLst>
          </p:cNvPr>
          <p:cNvSpPr>
            <a:spLocks noGrp="1"/>
          </p:cNvSpPr>
          <p:nvPr>
            <p:ph type="ctrTitle"/>
          </p:nvPr>
        </p:nvSpPr>
        <p:spPr>
          <a:xfrm>
            <a:off x="1538654" y="4967274"/>
            <a:ext cx="6743700" cy="1463040"/>
          </a:xfrm>
        </p:spPr>
        <p:txBody>
          <a:bodyPr>
            <a:normAutofit/>
          </a:bodyPr>
          <a:lstStyle/>
          <a:p>
            <a:r>
              <a:rPr lang="en-IN" sz="3400" b="1" dirty="0">
                <a:solidFill>
                  <a:srgbClr val="004C99"/>
                </a:solidFill>
                <a:latin typeface="Calibri" panose="020F0502020204030204" pitchFamily="34" charset="0"/>
              </a:rPr>
              <a:t>Prototype SDLC Model</a:t>
            </a:r>
          </a:p>
        </p:txBody>
      </p:sp>
      <p:sp>
        <p:nvSpPr>
          <p:cNvPr id="3" name="Subtitle 2">
            <a:extLst>
              <a:ext uri="{FF2B5EF4-FFF2-40B4-BE49-F238E27FC236}">
                <a16:creationId xmlns:a16="http://schemas.microsoft.com/office/drawing/2014/main" id="{8CED5F4F-BD9A-EDFD-1BDC-71C1D1690201}"/>
              </a:ext>
            </a:extLst>
          </p:cNvPr>
          <p:cNvSpPr>
            <a:spLocks noGrp="1"/>
          </p:cNvSpPr>
          <p:nvPr>
            <p:ph type="subTitle" idx="1"/>
          </p:nvPr>
        </p:nvSpPr>
        <p:spPr>
          <a:xfrm>
            <a:off x="8534399" y="4967274"/>
            <a:ext cx="3370385" cy="1463040"/>
          </a:xfrm>
        </p:spPr>
        <p:txBody>
          <a:bodyPr>
            <a:normAutofit/>
          </a:bodyPr>
          <a:lstStyle/>
          <a:p>
            <a:r>
              <a:rPr lang="en-US" dirty="0">
                <a:solidFill>
                  <a:srgbClr val="1E1E1E"/>
                </a:solidFill>
                <a:latin typeface="Calibri" panose="020F0502020204030204" pitchFamily="34" charset="0"/>
              </a:rPr>
              <a:t>Prepared By: Kunal Maheshwari, Binit Kumar Singh, Harshit Chaudhary, Divay Garg</a:t>
            </a:r>
          </a:p>
          <a:p>
            <a:r>
              <a:rPr lang="en-US" dirty="0">
                <a:solidFill>
                  <a:srgbClr val="1E1E1E"/>
                </a:solidFill>
                <a:latin typeface="Calibri" panose="020F0502020204030204" pitchFamily="34" charset="0"/>
              </a:rPr>
              <a:t>Date: 04/07/2026</a:t>
            </a:r>
            <a:endParaRPr lang="en-IN" dirty="0">
              <a:solidFill>
                <a:srgbClr val="1E1E1E"/>
              </a:solidFill>
              <a:latin typeface="Calibri" panose="020F0502020204030204" pitchFamily="34" charset="0"/>
            </a:endParaRPr>
          </a:p>
        </p:txBody>
      </p:sp>
    </p:spTree>
    <p:extLst>
      <p:ext uri="{BB962C8B-B14F-4D97-AF65-F5344CB8AC3E}">
        <p14:creationId xmlns:p14="http://schemas.microsoft.com/office/powerpoint/2010/main" val="3944644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D3DCF-5638-3477-57A5-F6E18568EA66}"/>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Agenda</a:t>
            </a:r>
          </a:p>
        </p:txBody>
      </p:sp>
      <p:sp>
        <p:nvSpPr>
          <p:cNvPr id="3" name="Text Placeholder 2">
            <a:extLst>
              <a:ext uri="{FF2B5EF4-FFF2-40B4-BE49-F238E27FC236}">
                <a16:creationId xmlns:a16="http://schemas.microsoft.com/office/drawing/2014/main" id="{5D8CA7E9-3449-6F38-9F72-DA54F5F4170D}"/>
              </a:ext>
            </a:extLst>
          </p:cNvPr>
          <p:cNvSpPr>
            <a:spLocks noGrp="1"/>
          </p:cNvSpPr>
          <p:nvPr>
            <p:ph type="body" idx="1"/>
          </p:nvPr>
        </p:nvSpPr>
        <p:spPr>
          <a:xfrm>
            <a:off x="1024128" y="1872761"/>
            <a:ext cx="9720073" cy="4023360"/>
          </a:xfrm>
        </p:spPr>
        <p:txBody>
          <a:bodyPr>
            <a:normAutofit/>
          </a:bodyPr>
          <a:lstStyle/>
          <a:p>
            <a:r>
              <a:rPr lang="en-US" sz="2400" dirty="0">
                <a:solidFill>
                  <a:srgbClr val="1E1E1E"/>
                </a:solidFill>
                <a:latin typeface="Calibri" panose="020F0502020204030204" pitchFamily="34" charset="0"/>
              </a:rPr>
              <a:t>• Introduction</a:t>
            </a:r>
          </a:p>
          <a:p>
            <a:r>
              <a:rPr lang="en-US" sz="2400" dirty="0">
                <a:solidFill>
                  <a:srgbClr val="1E1E1E"/>
                </a:solidFill>
                <a:latin typeface="Calibri" panose="020F0502020204030204" pitchFamily="34" charset="0"/>
              </a:rPr>
              <a:t>• Definition</a:t>
            </a:r>
          </a:p>
          <a:p>
            <a:r>
              <a:rPr lang="en-US" sz="2400" dirty="0">
                <a:solidFill>
                  <a:srgbClr val="1E1E1E"/>
                </a:solidFill>
                <a:latin typeface="Calibri" panose="020F0502020204030204" pitchFamily="34" charset="0"/>
              </a:rPr>
              <a:t>• Need of Prototype Model</a:t>
            </a:r>
          </a:p>
          <a:p>
            <a:r>
              <a:rPr lang="en-US" sz="2400" dirty="0">
                <a:solidFill>
                  <a:srgbClr val="1E1E1E"/>
                </a:solidFill>
                <a:latin typeface="Calibri" panose="020F0502020204030204" pitchFamily="34" charset="0"/>
              </a:rPr>
              <a:t>• SDLC Process</a:t>
            </a:r>
          </a:p>
          <a:p>
            <a:r>
              <a:rPr lang="en-US" sz="2400" dirty="0">
                <a:solidFill>
                  <a:srgbClr val="1E1E1E"/>
                </a:solidFill>
                <a:latin typeface="Calibri" panose="020F0502020204030204" pitchFamily="34" charset="0"/>
              </a:rPr>
              <a:t>• Phases</a:t>
            </a:r>
          </a:p>
          <a:p>
            <a:r>
              <a:rPr lang="en-US" sz="2400" dirty="0">
                <a:solidFill>
                  <a:srgbClr val="1E1E1E"/>
                </a:solidFill>
                <a:latin typeface="Calibri" panose="020F0502020204030204" pitchFamily="34" charset="0"/>
              </a:rPr>
              <a:t>• Advantages</a:t>
            </a:r>
          </a:p>
          <a:p>
            <a:r>
              <a:rPr lang="en-US" sz="2400" dirty="0">
                <a:solidFill>
                  <a:srgbClr val="1E1E1E"/>
                </a:solidFill>
                <a:latin typeface="Calibri" panose="020F0502020204030204" pitchFamily="34" charset="0"/>
              </a:rPr>
              <a:t>• Disadvantages</a:t>
            </a:r>
          </a:p>
          <a:p>
            <a:r>
              <a:rPr lang="en-US" sz="2400" dirty="0">
                <a:solidFill>
                  <a:srgbClr val="1E1E1E"/>
                </a:solidFill>
                <a:latin typeface="Calibri" panose="020F0502020204030204" pitchFamily="34" charset="0"/>
              </a:rPr>
              <a:t>• Applications &amp; Conclusion</a:t>
            </a:r>
            <a:endParaRPr lang="en-IN" sz="2400" dirty="0">
              <a:solidFill>
                <a:srgbClr val="1E1E1E"/>
              </a:solidFill>
              <a:latin typeface="Calibri" panose="020F0502020204030204" pitchFamily="34" charset="0"/>
            </a:endParaRPr>
          </a:p>
        </p:txBody>
      </p:sp>
    </p:spTree>
    <p:extLst>
      <p:ext uri="{BB962C8B-B14F-4D97-AF65-F5344CB8AC3E}">
        <p14:creationId xmlns:p14="http://schemas.microsoft.com/office/powerpoint/2010/main" val="1445716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ED39E-FEBF-5F72-57CC-A4EE53E02F25}"/>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Introduction</a:t>
            </a:r>
          </a:p>
        </p:txBody>
      </p:sp>
      <p:sp>
        <p:nvSpPr>
          <p:cNvPr id="3" name="Text Placeholder 2">
            <a:extLst>
              <a:ext uri="{FF2B5EF4-FFF2-40B4-BE49-F238E27FC236}">
                <a16:creationId xmlns:a16="http://schemas.microsoft.com/office/drawing/2014/main" id="{022C73E1-2BB3-4786-3A96-E6AAFC3D14AC}"/>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Prototype Model is an SDLC approach.</a:t>
            </a:r>
          </a:p>
          <a:p>
            <a:r>
              <a:rPr lang="en-US" sz="2400">
                <a:solidFill>
                  <a:srgbClr val="1E1E1E"/>
                </a:solidFill>
                <a:latin typeface="Calibri" panose="020F0502020204030204" pitchFamily="34" charset="0"/>
              </a:rPr>
              <a:t>• A working model is developed before the final product.</a:t>
            </a:r>
          </a:p>
          <a:p>
            <a:r>
              <a:rPr lang="en-US" sz="2400">
                <a:solidFill>
                  <a:srgbClr val="1E1E1E"/>
                </a:solidFill>
                <a:latin typeface="Calibri" panose="020F0502020204030204" pitchFamily="34" charset="0"/>
              </a:rPr>
              <a:t>• User feedback is collected.</a:t>
            </a:r>
          </a:p>
          <a:p>
            <a:r>
              <a:rPr lang="en-US" sz="2400">
                <a:solidFill>
                  <a:srgbClr val="1E1E1E"/>
                </a:solidFill>
                <a:latin typeface="Calibri" panose="020F0502020204030204" pitchFamily="34" charset="0"/>
              </a:rPr>
              <a:t>• Product is refined until customer satisfaction.</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651404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4E18B-7C0A-4A3A-938D-FF3636A1C5E8}"/>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What is Prototype Model?</a:t>
            </a:r>
          </a:p>
        </p:txBody>
      </p:sp>
      <p:sp>
        <p:nvSpPr>
          <p:cNvPr id="3" name="Text Placeholder 2">
            <a:extLst>
              <a:ext uri="{FF2B5EF4-FFF2-40B4-BE49-F238E27FC236}">
                <a16:creationId xmlns:a16="http://schemas.microsoft.com/office/drawing/2014/main" id="{2BDC993A-86A4-E701-8893-37DC52BCC112}"/>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A Prototype is an early version of software created to understand customer requirements before full-scale development.</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3533606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246DC-A578-104A-ADD0-7EA595FDA33C}"/>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Why Use Prototype Model?</a:t>
            </a:r>
          </a:p>
        </p:txBody>
      </p:sp>
      <p:sp>
        <p:nvSpPr>
          <p:cNvPr id="3" name="Text Placeholder 2">
            <a:extLst>
              <a:ext uri="{FF2B5EF4-FFF2-40B4-BE49-F238E27FC236}">
                <a16:creationId xmlns:a16="http://schemas.microsoft.com/office/drawing/2014/main" id="{14435374-ED13-35F4-E539-8C83AB31EDD5}"/>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Requirements are unclear.</a:t>
            </a:r>
          </a:p>
          <a:p>
            <a:r>
              <a:rPr lang="en-US" sz="2400">
                <a:solidFill>
                  <a:srgbClr val="1E1E1E"/>
                </a:solidFill>
                <a:latin typeface="Calibri" panose="020F0502020204030204" pitchFamily="34" charset="0"/>
              </a:rPr>
              <a:t>• Continuous customer involvement.</a:t>
            </a:r>
          </a:p>
          <a:p>
            <a:r>
              <a:rPr lang="en-US" sz="2400">
                <a:solidFill>
                  <a:srgbClr val="1E1E1E"/>
                </a:solidFill>
                <a:latin typeface="Calibri" panose="020F0502020204030204" pitchFamily="34" charset="0"/>
              </a:rPr>
              <a:t>• Early detection of errors.</a:t>
            </a:r>
          </a:p>
          <a:p>
            <a:r>
              <a:rPr lang="en-US" sz="2400">
                <a:solidFill>
                  <a:srgbClr val="1E1E1E"/>
                </a:solidFill>
                <a:latin typeface="Calibri" panose="020F0502020204030204" pitchFamily="34" charset="0"/>
              </a:rPr>
              <a:t>• Improves user satisfaction.</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2218658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1FFAF-1442-BD7A-AC22-2F31F334203A}"/>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Prototype SDLC Process</a:t>
            </a:r>
          </a:p>
        </p:txBody>
      </p:sp>
      <p:graphicFrame>
        <p:nvGraphicFramePr>
          <p:cNvPr id="4" name="Diagram 3">
            <a:extLst>
              <a:ext uri="{FF2B5EF4-FFF2-40B4-BE49-F238E27FC236}">
                <a16:creationId xmlns:a16="http://schemas.microsoft.com/office/drawing/2014/main" id="{A82F1B1C-E78C-AD3D-E69B-6E14997FBAAC}"/>
              </a:ext>
            </a:extLst>
          </p:cNvPr>
          <p:cNvGraphicFramePr/>
          <p:nvPr>
            <p:extLst>
              <p:ext uri="{D42A27DB-BD31-4B8C-83A1-F6EECF244321}">
                <p14:modId xmlns:p14="http://schemas.microsoft.com/office/powerpoint/2010/main" val="171311922"/>
              </p:ext>
            </p:extLst>
          </p:nvPr>
        </p:nvGraphicFramePr>
        <p:xfrm>
          <a:off x="1024127" y="1417320"/>
          <a:ext cx="9720073"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1783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384C-70C2-6E50-3F3F-205563C6E3FA}"/>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Phase 1: Requirement Gathering</a:t>
            </a:r>
          </a:p>
        </p:txBody>
      </p:sp>
      <p:sp>
        <p:nvSpPr>
          <p:cNvPr id="3" name="Text Placeholder 2">
            <a:extLst>
              <a:ext uri="{FF2B5EF4-FFF2-40B4-BE49-F238E27FC236}">
                <a16:creationId xmlns:a16="http://schemas.microsoft.com/office/drawing/2014/main" id="{78DAC0CA-6208-C9B2-8634-6884C689E337}"/>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Gather initial requirements.</a:t>
            </a:r>
          </a:p>
          <a:p>
            <a:r>
              <a:rPr lang="en-US" sz="2400">
                <a:solidFill>
                  <a:srgbClr val="1E1E1E"/>
                </a:solidFill>
                <a:latin typeface="Calibri" panose="020F0502020204030204" pitchFamily="34" charset="0"/>
              </a:rPr>
              <a:t>• Understand customer expectations.</a:t>
            </a:r>
          </a:p>
          <a:p>
            <a:r>
              <a:rPr lang="en-US" sz="2400">
                <a:solidFill>
                  <a:srgbClr val="1E1E1E"/>
                </a:solidFill>
                <a:latin typeface="Calibri" panose="020F0502020204030204" pitchFamily="34" charset="0"/>
              </a:rPr>
              <a:t>• Identify major functionalities.</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1833925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9E5BB-171C-5B1E-1E32-02A09E86BF37}"/>
              </a:ext>
            </a:extLst>
          </p:cNvPr>
          <p:cNvSpPr>
            <a:spLocks noGrp="1"/>
          </p:cNvSpPr>
          <p:nvPr>
            <p:ph type="title"/>
          </p:nvPr>
        </p:nvSpPr>
        <p:spPr/>
        <p:txBody>
          <a:bodyPr>
            <a:normAutofit/>
          </a:bodyPr>
          <a:lstStyle/>
          <a:p>
            <a:r>
              <a:rPr lang="en-US" sz="3400" b="1">
                <a:solidFill>
                  <a:srgbClr val="004C99"/>
                </a:solidFill>
                <a:latin typeface="Calibri" panose="020F0502020204030204" pitchFamily="34" charset="0"/>
              </a:rPr>
              <a:t>Phase 2: Quick Design &amp; Prototype</a:t>
            </a:r>
            <a:endParaRPr lang="en-IN" sz="3400" b="1">
              <a:solidFill>
                <a:srgbClr val="004C99"/>
              </a:solidFill>
              <a:latin typeface="Calibri" panose="020F0502020204030204" pitchFamily="34" charset="0"/>
            </a:endParaRPr>
          </a:p>
        </p:txBody>
      </p:sp>
      <p:sp>
        <p:nvSpPr>
          <p:cNvPr id="3" name="Text Placeholder 2">
            <a:extLst>
              <a:ext uri="{FF2B5EF4-FFF2-40B4-BE49-F238E27FC236}">
                <a16:creationId xmlns:a16="http://schemas.microsoft.com/office/drawing/2014/main" id="{EF6F5B6C-F3B0-4135-1E17-B9F6F33AA50A}"/>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Prepare basic design.</a:t>
            </a:r>
          </a:p>
          <a:p>
            <a:r>
              <a:rPr lang="en-US" sz="2400">
                <a:solidFill>
                  <a:srgbClr val="1E1E1E"/>
                </a:solidFill>
                <a:latin typeface="Calibri" panose="020F0502020204030204" pitchFamily="34" charset="0"/>
              </a:rPr>
              <a:t>• Develop working prototype.</a:t>
            </a:r>
          </a:p>
          <a:p>
            <a:r>
              <a:rPr lang="en-US" sz="2400">
                <a:solidFill>
                  <a:srgbClr val="1E1E1E"/>
                </a:solidFill>
                <a:latin typeface="Calibri" panose="020F0502020204030204" pitchFamily="34" charset="0"/>
              </a:rPr>
              <a:t>• Focus on user interface and major features.</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3910216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E2441-1C99-A747-F5E5-0D657C4DB139}"/>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Phase 3: Customer Evaluation</a:t>
            </a:r>
          </a:p>
        </p:txBody>
      </p:sp>
      <p:sp>
        <p:nvSpPr>
          <p:cNvPr id="3" name="Text Placeholder 2">
            <a:extLst>
              <a:ext uri="{FF2B5EF4-FFF2-40B4-BE49-F238E27FC236}">
                <a16:creationId xmlns:a16="http://schemas.microsoft.com/office/drawing/2014/main" id="{E4F4B4A9-AF48-448E-0C7F-63078D7BA38B}"/>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Customer tests the prototype.</a:t>
            </a:r>
          </a:p>
          <a:p>
            <a:r>
              <a:rPr lang="en-US" sz="2400">
                <a:solidFill>
                  <a:srgbClr val="1E1E1E"/>
                </a:solidFill>
                <a:latin typeface="Calibri" panose="020F0502020204030204" pitchFamily="34" charset="0"/>
              </a:rPr>
              <a:t>• Feedback is collected.</a:t>
            </a:r>
          </a:p>
          <a:p>
            <a:r>
              <a:rPr lang="en-US" sz="2400">
                <a:solidFill>
                  <a:srgbClr val="1E1E1E"/>
                </a:solidFill>
                <a:latin typeface="Calibri" panose="020F0502020204030204" pitchFamily="34" charset="0"/>
              </a:rPr>
              <a:t>• Missing features are identified.</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1645384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EB7BB-BC3B-0AEC-082A-D48662876D2F}"/>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Phase 4: Refinement</a:t>
            </a:r>
          </a:p>
        </p:txBody>
      </p:sp>
      <p:sp>
        <p:nvSpPr>
          <p:cNvPr id="3" name="Text Placeholder 2">
            <a:extLst>
              <a:ext uri="{FF2B5EF4-FFF2-40B4-BE49-F238E27FC236}">
                <a16:creationId xmlns:a16="http://schemas.microsoft.com/office/drawing/2014/main" id="{009B6099-0BD8-E76F-07E2-5456DEE72C86}"/>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Modify prototype.</a:t>
            </a:r>
          </a:p>
          <a:p>
            <a:r>
              <a:rPr lang="en-US" sz="2400">
                <a:solidFill>
                  <a:srgbClr val="1E1E1E"/>
                </a:solidFill>
                <a:latin typeface="Calibri" panose="020F0502020204030204" pitchFamily="34" charset="0"/>
              </a:rPr>
              <a:t>• Improve design.</a:t>
            </a:r>
          </a:p>
          <a:p>
            <a:r>
              <a:rPr lang="en-US" sz="2400">
                <a:solidFill>
                  <a:srgbClr val="1E1E1E"/>
                </a:solidFill>
                <a:latin typeface="Calibri" panose="020F0502020204030204" pitchFamily="34" charset="0"/>
              </a:rPr>
              <a:t>• Repeat until approval.</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3162992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D6BC7-DC72-100E-E057-F9B06829174B}"/>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Advantages</a:t>
            </a:r>
          </a:p>
        </p:txBody>
      </p:sp>
      <p:sp>
        <p:nvSpPr>
          <p:cNvPr id="3" name="Text Placeholder 2">
            <a:extLst>
              <a:ext uri="{FF2B5EF4-FFF2-40B4-BE49-F238E27FC236}">
                <a16:creationId xmlns:a16="http://schemas.microsoft.com/office/drawing/2014/main" id="{69BE8A4D-3EAB-3215-819C-88B8C6461BC0}"/>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Better understanding of requirements.</a:t>
            </a:r>
          </a:p>
          <a:p>
            <a:r>
              <a:rPr lang="en-US" sz="2400">
                <a:solidFill>
                  <a:srgbClr val="1E1E1E"/>
                </a:solidFill>
                <a:latin typeface="Calibri" panose="020F0502020204030204" pitchFamily="34" charset="0"/>
              </a:rPr>
              <a:t>• Early user feedback.</a:t>
            </a:r>
          </a:p>
          <a:p>
            <a:r>
              <a:rPr lang="en-US" sz="2400">
                <a:solidFill>
                  <a:srgbClr val="1E1E1E"/>
                </a:solidFill>
                <a:latin typeface="Calibri" panose="020F0502020204030204" pitchFamily="34" charset="0"/>
              </a:rPr>
              <a:t>• Reduced development risk.</a:t>
            </a:r>
          </a:p>
          <a:p>
            <a:r>
              <a:rPr lang="en-US" sz="2400">
                <a:solidFill>
                  <a:srgbClr val="1E1E1E"/>
                </a:solidFill>
                <a:latin typeface="Calibri" panose="020F0502020204030204" pitchFamily="34" charset="0"/>
              </a:rPr>
              <a:t>• Higher customer satisfaction.</a:t>
            </a:r>
          </a:p>
          <a:p>
            <a:r>
              <a:rPr lang="en-US" sz="2400">
                <a:solidFill>
                  <a:srgbClr val="1E1E1E"/>
                </a:solidFill>
                <a:latin typeface="Calibri" panose="020F0502020204030204" pitchFamily="34" charset="0"/>
              </a:rPr>
              <a:t>• Fewer defects.</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1075292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17AA-488E-2770-6D6B-E346FEED13BE}"/>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Disadvantages</a:t>
            </a:r>
          </a:p>
        </p:txBody>
      </p:sp>
      <p:sp>
        <p:nvSpPr>
          <p:cNvPr id="3" name="Text Placeholder 2">
            <a:extLst>
              <a:ext uri="{FF2B5EF4-FFF2-40B4-BE49-F238E27FC236}">
                <a16:creationId xmlns:a16="http://schemas.microsoft.com/office/drawing/2014/main" id="{31AFA027-58C1-B621-0ED7-A2E34F5D48D9}"/>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Increased development cost.</a:t>
            </a:r>
          </a:p>
          <a:p>
            <a:r>
              <a:rPr lang="en-US" sz="2400">
                <a:solidFill>
                  <a:srgbClr val="1E1E1E"/>
                </a:solidFill>
                <a:latin typeface="Calibri" panose="020F0502020204030204" pitchFamily="34" charset="0"/>
              </a:rPr>
              <a:t>• Frequent changes.</a:t>
            </a:r>
          </a:p>
          <a:p>
            <a:r>
              <a:rPr lang="en-US" sz="2400">
                <a:solidFill>
                  <a:srgbClr val="1E1E1E"/>
                </a:solidFill>
                <a:latin typeface="Calibri" panose="020F0502020204030204" pitchFamily="34" charset="0"/>
              </a:rPr>
              <a:t>• Time consuming.</a:t>
            </a:r>
          </a:p>
          <a:p>
            <a:r>
              <a:rPr lang="en-US" sz="2400">
                <a:solidFill>
                  <a:srgbClr val="1E1E1E"/>
                </a:solidFill>
                <a:latin typeface="Calibri" panose="020F0502020204030204" pitchFamily="34" charset="0"/>
              </a:rPr>
              <a:t>• Poor documentation.</a:t>
            </a:r>
          </a:p>
          <a:p>
            <a:r>
              <a:rPr lang="en-US" sz="2400">
                <a:solidFill>
                  <a:srgbClr val="1E1E1E"/>
                </a:solidFill>
                <a:latin typeface="Calibri" panose="020F0502020204030204" pitchFamily="34" charset="0"/>
              </a:rPr>
              <a:t>• Scope creep.</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4111593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CFA0A-7057-47B3-8DC0-7F45BF7C2FCF}"/>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Applications</a:t>
            </a:r>
          </a:p>
        </p:txBody>
      </p:sp>
      <p:sp>
        <p:nvSpPr>
          <p:cNvPr id="3" name="Text Placeholder 2">
            <a:extLst>
              <a:ext uri="{FF2B5EF4-FFF2-40B4-BE49-F238E27FC236}">
                <a16:creationId xmlns:a16="http://schemas.microsoft.com/office/drawing/2014/main" id="{34AC4892-82C5-1C3B-FE62-F356CCC49619}"/>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 Banking Systems</a:t>
            </a:r>
          </a:p>
          <a:p>
            <a:r>
              <a:rPr lang="en-US" sz="2400">
                <a:solidFill>
                  <a:srgbClr val="1E1E1E"/>
                </a:solidFill>
                <a:latin typeface="Calibri" panose="020F0502020204030204" pitchFamily="34" charset="0"/>
              </a:rPr>
              <a:t>• Mobile Applications</a:t>
            </a:r>
          </a:p>
          <a:p>
            <a:r>
              <a:rPr lang="en-US" sz="2400">
                <a:solidFill>
                  <a:srgbClr val="1E1E1E"/>
                </a:solidFill>
                <a:latin typeface="Calibri" panose="020F0502020204030204" pitchFamily="34" charset="0"/>
              </a:rPr>
              <a:t>• E-commerce Websites</a:t>
            </a:r>
          </a:p>
          <a:p>
            <a:r>
              <a:rPr lang="en-US" sz="2400">
                <a:solidFill>
                  <a:srgbClr val="1E1E1E"/>
                </a:solidFill>
                <a:latin typeface="Calibri" panose="020F0502020204030204" pitchFamily="34" charset="0"/>
              </a:rPr>
              <a:t>• Healthcare Software</a:t>
            </a:r>
          </a:p>
          <a:p>
            <a:r>
              <a:rPr lang="en-US" sz="2400">
                <a:solidFill>
                  <a:srgbClr val="1E1E1E"/>
                </a:solidFill>
                <a:latin typeface="Calibri" panose="020F0502020204030204" pitchFamily="34" charset="0"/>
              </a:rPr>
              <a:t>• Educational Portals</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2385328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A790C-F245-C4F6-C0C8-17E8DCFD8B4F}"/>
              </a:ext>
            </a:extLst>
          </p:cNvPr>
          <p:cNvSpPr>
            <a:spLocks noGrp="1"/>
          </p:cNvSpPr>
          <p:nvPr>
            <p:ph type="title"/>
          </p:nvPr>
        </p:nvSpPr>
        <p:spPr/>
        <p:txBody>
          <a:bodyPr>
            <a:normAutofit/>
          </a:bodyPr>
          <a:lstStyle/>
          <a:p>
            <a:r>
              <a:rPr lang="en-IN" sz="3400" b="1">
                <a:solidFill>
                  <a:srgbClr val="004C99"/>
                </a:solidFill>
                <a:latin typeface="Calibri" panose="020F0502020204030204" pitchFamily="34" charset="0"/>
              </a:rPr>
              <a:t>Real-Life Example</a:t>
            </a:r>
          </a:p>
        </p:txBody>
      </p:sp>
      <p:sp>
        <p:nvSpPr>
          <p:cNvPr id="3" name="Text Placeholder 2">
            <a:extLst>
              <a:ext uri="{FF2B5EF4-FFF2-40B4-BE49-F238E27FC236}">
                <a16:creationId xmlns:a16="http://schemas.microsoft.com/office/drawing/2014/main" id="{F2CDBDA2-9C03-D676-75B0-F3A98990AEAB}"/>
              </a:ext>
            </a:extLst>
          </p:cNvPr>
          <p:cNvSpPr>
            <a:spLocks noGrp="1"/>
          </p:cNvSpPr>
          <p:nvPr>
            <p:ph type="body" idx="1"/>
          </p:nvPr>
        </p:nvSpPr>
        <p:spPr/>
        <p:txBody>
          <a:bodyPr>
            <a:normAutofit/>
          </a:bodyPr>
          <a:lstStyle/>
          <a:p>
            <a:r>
              <a:rPr lang="en-US" sz="2400">
                <a:solidFill>
                  <a:srgbClr val="1E1E1E"/>
                </a:solidFill>
                <a:latin typeface="Calibri" panose="020F0502020204030204" pitchFamily="34" charset="0"/>
              </a:rPr>
              <a:t>Food Delivery App Development</a:t>
            </a:r>
          </a:p>
          <a:p>
            <a:r>
              <a:rPr lang="en-US" sz="2400">
                <a:solidFill>
                  <a:srgbClr val="1E1E1E"/>
                </a:solidFill>
                <a:latin typeface="Calibri" panose="020F0502020204030204" pitchFamily="34" charset="0"/>
              </a:rPr>
              <a:t>• Build basic ordering system.</a:t>
            </a:r>
          </a:p>
          <a:p>
            <a:r>
              <a:rPr lang="en-US" sz="2400">
                <a:solidFill>
                  <a:srgbClr val="1E1E1E"/>
                </a:solidFill>
                <a:latin typeface="Calibri" panose="020F0502020204030204" pitchFamily="34" charset="0"/>
              </a:rPr>
              <a:t>• Users provide feedback.</a:t>
            </a:r>
          </a:p>
          <a:p>
            <a:r>
              <a:rPr lang="en-US" sz="2400">
                <a:solidFill>
                  <a:srgbClr val="1E1E1E"/>
                </a:solidFill>
                <a:latin typeface="Calibri" panose="020F0502020204030204" pitchFamily="34" charset="0"/>
              </a:rPr>
              <a:t>• Improve UI and features.</a:t>
            </a:r>
          </a:p>
          <a:p>
            <a:r>
              <a:rPr lang="en-US" sz="2400">
                <a:solidFill>
                  <a:srgbClr val="1E1E1E"/>
                </a:solidFill>
                <a:latin typeface="Calibri" panose="020F0502020204030204" pitchFamily="34" charset="0"/>
              </a:rPr>
              <a:t>• Release final application.</a:t>
            </a:r>
            <a:endParaRPr lang="en-IN" sz="2400">
              <a:solidFill>
                <a:srgbClr val="1E1E1E"/>
              </a:solidFill>
              <a:latin typeface="Calibri" panose="020F0502020204030204" pitchFamily="34" charset="0"/>
            </a:endParaRPr>
          </a:p>
        </p:txBody>
      </p:sp>
    </p:spTree>
    <p:extLst>
      <p:ext uri="{BB962C8B-B14F-4D97-AF65-F5344CB8AC3E}">
        <p14:creationId xmlns:p14="http://schemas.microsoft.com/office/powerpoint/2010/main" val="36243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A0EF5-909A-D99A-3CD7-7F0B00645FFC}"/>
              </a:ext>
            </a:extLst>
          </p:cNvPr>
          <p:cNvSpPr>
            <a:spLocks noGrp="1"/>
          </p:cNvSpPr>
          <p:nvPr>
            <p:ph type="ctrTitle"/>
          </p:nvPr>
        </p:nvSpPr>
        <p:spPr/>
        <p:txBody>
          <a:bodyPr>
            <a:normAutofit/>
          </a:bodyPr>
          <a:lstStyle/>
          <a:p>
            <a:r>
              <a:rPr lang="en-IN" sz="3400" b="1">
                <a:solidFill>
                  <a:srgbClr val="004C99"/>
                </a:solidFill>
                <a:latin typeface="Calibri" panose="020F0502020204030204" pitchFamily="34" charset="0"/>
              </a:rPr>
              <a:t>Thank You</a:t>
            </a:r>
          </a:p>
        </p:txBody>
      </p:sp>
    </p:spTree>
    <p:extLst>
      <p:ext uri="{BB962C8B-B14F-4D97-AF65-F5344CB8AC3E}">
        <p14:creationId xmlns:p14="http://schemas.microsoft.com/office/powerpoint/2010/main" val="42200194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318</TotalTime>
  <Words>760</Words>
  <Application>Microsoft Office PowerPoint</Application>
  <PresentationFormat>Widescreen</PresentationFormat>
  <Paragraphs>96</Paragraphs>
  <Slides>15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Calibri</vt:lpstr>
      <vt:lpstr>Tw Cen MT</vt:lpstr>
      <vt:lpstr>Tw Cen MT Condensed</vt:lpstr>
      <vt:lpstr>Wingdings 3</vt:lpstr>
      <vt:lpstr>Integral</vt:lpstr>
      <vt:lpstr>Prototype SDLC Model</vt:lpstr>
      <vt:lpstr>Agenda</vt:lpstr>
      <vt:lpstr>Introduction</vt:lpstr>
      <vt:lpstr>What is Prototype Model?</vt:lpstr>
      <vt:lpstr>Why Use Prototype Model?</vt:lpstr>
      <vt:lpstr>Prototype SDLC Process</vt:lpstr>
      <vt:lpstr>Phase 1: Requirement Gathering</vt:lpstr>
      <vt:lpstr>Phase 2: Quick Design &amp; Prototype</vt:lpstr>
      <vt:lpstr>Phase 3: Customer Evaluation</vt:lpstr>
      <vt:lpstr>Phase 4: Refinement</vt:lpstr>
      <vt:lpstr>Advantages</vt:lpstr>
      <vt:lpstr>Disadvantages</vt:lpstr>
      <vt:lpstr>Applications</vt:lpstr>
      <vt:lpstr>Real-Life Example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Kunal Maheshwari</dc:creator>
  <cp:lastModifiedBy>Kunal Maheshwari</cp:lastModifiedBy>
  <cp:revision>1</cp:revision>
  <dcterms:created xsi:type="dcterms:W3CDTF">2026-07-02T06:26:41Z</dcterms:created>
  <dcterms:modified xsi:type="dcterms:W3CDTF">2026-07-04T04:24:36Z</dcterms:modified>
</cp:coreProperties>
</file>